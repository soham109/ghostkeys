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Ghostkeys. It turns the blank parts of your MacBook, the palm rests, the speaker grilles and the strip above the keys, into buttons. No new hardware, nothing to plug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a MacBook: a lot of the top is dead space. With Ghostkeys you tap it. Tap the top strip to jump back to your last app, double tap the right grille for a screenshot, tap the left palm rest to mute a call. You choose what each spot does.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 part: every Apple silicon MacBook has a motion sensor inside that reads 800 times a second. A tap barely shows up, and typing looks almost the same, as you can see here. So every bump goes through four checks. One: did something actually hit, above the normal shake of the laptop. Two: were you typing or using the trackpad at that moment; if so, ignore it. Three: which spot was it; we take 33 measurements of the bump, like how strong, how long and which direction, and two small models compare it with the taps you gave during setup. Four: are we sure; if it does not look like your taps, we do nothing. A missed tap costs a second try. A wrong action costs trust. It also keeps separate models for desk and lap, because a laptop on your lap wobbles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also works without touching. The speakers play two tones too high for people to hear, and the mic listens to how your hand changes them. Raise or lower your hand to change the volume. It is early, and it needs the Mac's own speakers.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have a camera, you can pinch in the air in front of the screen, like turning a dial. It is optional and off by default, and the video never leaves the Mac.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measured it on our own recordings, and someone who did not write the code re-checked every number. Wrong taps went from 16.5 percent to 1.4. Picking up the laptop used to set off about two false taps a minute, now none. And after calibrating on your lap, it catches 84 percent of lap taps, up from zero.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is it for? Anyone who lives on a MacBook and repeats the same few actions all day. Spreadsheet people running macros, designers who want undo without leaving the canvas, developers building and switching windows, and anyone on calls who wants mute on a spot they can find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is simple. Free gets you two palm buttons. Pro is 29 dollars once for everything. Teams is 49 dollars per seat per year. There is nothing to buy, because every Apple silicon MacBook already has the sensor. It is free while we are in beta.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live now. Try it on the laptop in front of you.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pic>
        <p:nvPicPr>
          <p:cNvPr id="2" name="Picture 1" descr="intro-dark.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B0B0C">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86200"/>
            <a:ext cx="10545775" cy="1463040"/>
          </a:xfrm>
          <a:prstGeom prst="rect">
            <a:avLst/>
          </a:prstGeom>
          <a:noFill/>
        </p:spPr>
        <p:txBody>
          <a:bodyPr wrap="square" lIns="0" rIns="0" tIns="0" bIns="0" anchor="t">
            <a:spAutoFit/>
          </a:bodyPr>
          <a:lstStyle/>
          <a:p>
            <a:pPr algn="l"/>
            <a:r>
              <a:rPr sz="12800">
                <a:solidFill>
                  <a:srgbClr val="F2F0EC"/>
                </a:solidFill>
                <a:latin typeface="Switzer Extralight"/>
              </a:rPr>
              <a:t>Ghostkeys</a:t>
            </a:r>
          </a:p>
        </p:txBody>
      </p:sp>
      <p:sp>
        <p:nvSpPr>
          <p:cNvPr id="5" name="TextBox 4"/>
          <p:cNvSpPr txBox="1"/>
          <p:nvPr/>
        </p:nvSpPr>
        <p:spPr>
          <a:xfrm>
            <a:off x="822960" y="5897880"/>
            <a:ext cx="8229600" cy="457200"/>
          </a:xfrm>
          <a:prstGeom prst="rect">
            <a:avLst/>
          </a:prstGeom>
          <a:noFill/>
        </p:spPr>
        <p:txBody>
          <a:bodyPr wrap="square" lIns="0" rIns="0" tIns="0" bIns="0" anchor="t">
            <a:spAutoFit/>
          </a:bodyPr>
          <a:lstStyle/>
          <a:p>
            <a:pPr algn="l"/>
            <a:r>
              <a:rPr sz="2000">
                <a:solidFill>
                  <a:srgbClr val="9A9894"/>
                </a:solidFill>
                <a:latin typeface="Switzer Light"/>
              </a:rPr>
              <a:t>Every blank surface of your MacBook is a key.</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3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200"/>
                                        <p:tgtEl>
                                          <p:spTgt spid="4"/>
                                        </p:tgtEl>
                                      </p:cBhvr>
                                    </p:animEffect>
                                  </p:childTnLst>
                                </p:cTn>
                              </p:par>
                              <p:par>
                                <p:cTn id="8" presetID="10" presetClass="entr" presetSubtype="0" fill="hold" nodeType="withEffect">
                                  <p:stCondLst>
                                    <p:cond delay="3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12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sp>
        <p:nvSpPr>
          <p:cNvPr id="2" name="!!case"/>
          <p:cNvSpPr/>
          <p:nvPr/>
        </p:nvSpPr>
        <p:spPr>
          <a:xfrm>
            <a:off x="5120640" y="1280160"/>
            <a:ext cx="6400800" cy="4297680"/>
          </a:xfrm>
          <a:prstGeom prst="roundRect">
            <a:avLst>
              <a:gd name="adj" fmla="val 6000"/>
            </a:avLst>
          </a:prstGeom>
          <a:noFill/>
          <a:ln w="9525">
            <a:solidFill>
              <a:srgbClr val="55535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zone-top"/>
          <p:cNvSpPr/>
          <p:nvPr/>
        </p:nvSpPr>
        <p:spPr>
          <a:xfrm>
            <a:off x="6263640" y="1508760"/>
            <a:ext cx="4114800" cy="256032"/>
          </a:xfrm>
          <a:prstGeom prst="roundRect">
            <a:avLst>
              <a:gd name="adj" fmla="val 50000"/>
            </a:avLst>
          </a:prstGeom>
          <a:solidFill>
            <a:srgbClr val="262524"/>
          </a:solidFill>
          <a:ln w="9525">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key0-0"/>
          <p:cNvSpPr/>
          <p:nvPr/>
        </p:nvSpPr>
        <p:spPr>
          <a:xfrm>
            <a:off x="626364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key0-1"/>
          <p:cNvSpPr/>
          <p:nvPr/>
        </p:nvSpPr>
        <p:spPr>
          <a:xfrm>
            <a:off x="656082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key0-2"/>
          <p:cNvSpPr/>
          <p:nvPr/>
        </p:nvSpPr>
        <p:spPr>
          <a:xfrm>
            <a:off x="685800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key0-3"/>
          <p:cNvSpPr/>
          <p:nvPr/>
        </p:nvSpPr>
        <p:spPr>
          <a:xfrm>
            <a:off x="715518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key0-4"/>
          <p:cNvSpPr/>
          <p:nvPr/>
        </p:nvSpPr>
        <p:spPr>
          <a:xfrm>
            <a:off x="745236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key0-5"/>
          <p:cNvSpPr/>
          <p:nvPr/>
        </p:nvSpPr>
        <p:spPr>
          <a:xfrm>
            <a:off x="774954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key0-6"/>
          <p:cNvSpPr/>
          <p:nvPr/>
        </p:nvSpPr>
        <p:spPr>
          <a:xfrm>
            <a:off x="804672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key0-7"/>
          <p:cNvSpPr/>
          <p:nvPr/>
        </p:nvSpPr>
        <p:spPr>
          <a:xfrm>
            <a:off x="834390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key0-8"/>
          <p:cNvSpPr/>
          <p:nvPr/>
        </p:nvSpPr>
        <p:spPr>
          <a:xfrm>
            <a:off x="864108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key0-9"/>
          <p:cNvSpPr/>
          <p:nvPr/>
        </p:nvSpPr>
        <p:spPr>
          <a:xfrm>
            <a:off x="893826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key0-10"/>
          <p:cNvSpPr/>
          <p:nvPr/>
        </p:nvSpPr>
        <p:spPr>
          <a:xfrm>
            <a:off x="923544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key0-11"/>
          <p:cNvSpPr/>
          <p:nvPr/>
        </p:nvSpPr>
        <p:spPr>
          <a:xfrm>
            <a:off x="953262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key0-12"/>
          <p:cNvSpPr/>
          <p:nvPr/>
        </p:nvSpPr>
        <p:spPr>
          <a:xfrm>
            <a:off x="982980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key0-13"/>
          <p:cNvSpPr/>
          <p:nvPr/>
        </p:nvSpPr>
        <p:spPr>
          <a:xfrm>
            <a:off x="10126980" y="1938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key1-0"/>
          <p:cNvSpPr/>
          <p:nvPr/>
        </p:nvSpPr>
        <p:spPr>
          <a:xfrm>
            <a:off x="626364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key1-1"/>
          <p:cNvSpPr/>
          <p:nvPr/>
        </p:nvSpPr>
        <p:spPr>
          <a:xfrm>
            <a:off x="656082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key1-2"/>
          <p:cNvSpPr/>
          <p:nvPr/>
        </p:nvSpPr>
        <p:spPr>
          <a:xfrm>
            <a:off x="685800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key1-3"/>
          <p:cNvSpPr/>
          <p:nvPr/>
        </p:nvSpPr>
        <p:spPr>
          <a:xfrm>
            <a:off x="715518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key1-4"/>
          <p:cNvSpPr/>
          <p:nvPr/>
        </p:nvSpPr>
        <p:spPr>
          <a:xfrm>
            <a:off x="745236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key1-5"/>
          <p:cNvSpPr/>
          <p:nvPr/>
        </p:nvSpPr>
        <p:spPr>
          <a:xfrm>
            <a:off x="774954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key1-6"/>
          <p:cNvSpPr/>
          <p:nvPr/>
        </p:nvSpPr>
        <p:spPr>
          <a:xfrm>
            <a:off x="804672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key1-7"/>
          <p:cNvSpPr/>
          <p:nvPr/>
        </p:nvSpPr>
        <p:spPr>
          <a:xfrm>
            <a:off x="834390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key1-8"/>
          <p:cNvSpPr/>
          <p:nvPr/>
        </p:nvSpPr>
        <p:spPr>
          <a:xfrm>
            <a:off x="864108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key1-9"/>
          <p:cNvSpPr/>
          <p:nvPr/>
        </p:nvSpPr>
        <p:spPr>
          <a:xfrm>
            <a:off x="893826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key1-10"/>
          <p:cNvSpPr/>
          <p:nvPr/>
        </p:nvSpPr>
        <p:spPr>
          <a:xfrm>
            <a:off x="923544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key1-11"/>
          <p:cNvSpPr/>
          <p:nvPr/>
        </p:nvSpPr>
        <p:spPr>
          <a:xfrm>
            <a:off x="953262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key1-12"/>
          <p:cNvSpPr/>
          <p:nvPr/>
        </p:nvSpPr>
        <p:spPr>
          <a:xfrm>
            <a:off x="982980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key1-13"/>
          <p:cNvSpPr/>
          <p:nvPr/>
        </p:nvSpPr>
        <p:spPr>
          <a:xfrm>
            <a:off x="10126980" y="22433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key2-0"/>
          <p:cNvSpPr/>
          <p:nvPr/>
        </p:nvSpPr>
        <p:spPr>
          <a:xfrm>
            <a:off x="626364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key2-1"/>
          <p:cNvSpPr/>
          <p:nvPr/>
        </p:nvSpPr>
        <p:spPr>
          <a:xfrm>
            <a:off x="656082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key2-2"/>
          <p:cNvSpPr/>
          <p:nvPr/>
        </p:nvSpPr>
        <p:spPr>
          <a:xfrm>
            <a:off x="685800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key2-3"/>
          <p:cNvSpPr/>
          <p:nvPr/>
        </p:nvSpPr>
        <p:spPr>
          <a:xfrm>
            <a:off x="715518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key2-4"/>
          <p:cNvSpPr/>
          <p:nvPr/>
        </p:nvSpPr>
        <p:spPr>
          <a:xfrm>
            <a:off x="745236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key2-5"/>
          <p:cNvSpPr/>
          <p:nvPr/>
        </p:nvSpPr>
        <p:spPr>
          <a:xfrm>
            <a:off x="774954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key2-6"/>
          <p:cNvSpPr/>
          <p:nvPr/>
        </p:nvSpPr>
        <p:spPr>
          <a:xfrm>
            <a:off x="804672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key2-7"/>
          <p:cNvSpPr/>
          <p:nvPr/>
        </p:nvSpPr>
        <p:spPr>
          <a:xfrm>
            <a:off x="834390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key2-8"/>
          <p:cNvSpPr/>
          <p:nvPr/>
        </p:nvSpPr>
        <p:spPr>
          <a:xfrm>
            <a:off x="864108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key2-9"/>
          <p:cNvSpPr/>
          <p:nvPr/>
        </p:nvSpPr>
        <p:spPr>
          <a:xfrm>
            <a:off x="893826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key2-10"/>
          <p:cNvSpPr/>
          <p:nvPr/>
        </p:nvSpPr>
        <p:spPr>
          <a:xfrm>
            <a:off x="923544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key2-11"/>
          <p:cNvSpPr/>
          <p:nvPr/>
        </p:nvSpPr>
        <p:spPr>
          <a:xfrm>
            <a:off x="953262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key2-12"/>
          <p:cNvSpPr/>
          <p:nvPr/>
        </p:nvSpPr>
        <p:spPr>
          <a:xfrm>
            <a:off x="982980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key2-13"/>
          <p:cNvSpPr/>
          <p:nvPr/>
        </p:nvSpPr>
        <p:spPr>
          <a:xfrm>
            <a:off x="10126980" y="25481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key3-0"/>
          <p:cNvSpPr/>
          <p:nvPr/>
        </p:nvSpPr>
        <p:spPr>
          <a:xfrm>
            <a:off x="626364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key3-1"/>
          <p:cNvSpPr/>
          <p:nvPr/>
        </p:nvSpPr>
        <p:spPr>
          <a:xfrm>
            <a:off x="656082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key3-2"/>
          <p:cNvSpPr/>
          <p:nvPr/>
        </p:nvSpPr>
        <p:spPr>
          <a:xfrm>
            <a:off x="685800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key3-3"/>
          <p:cNvSpPr/>
          <p:nvPr/>
        </p:nvSpPr>
        <p:spPr>
          <a:xfrm>
            <a:off x="715518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key3-4"/>
          <p:cNvSpPr/>
          <p:nvPr/>
        </p:nvSpPr>
        <p:spPr>
          <a:xfrm>
            <a:off x="745236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key3-5"/>
          <p:cNvSpPr/>
          <p:nvPr/>
        </p:nvSpPr>
        <p:spPr>
          <a:xfrm>
            <a:off x="774954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key3-6"/>
          <p:cNvSpPr/>
          <p:nvPr/>
        </p:nvSpPr>
        <p:spPr>
          <a:xfrm>
            <a:off x="804672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key3-7"/>
          <p:cNvSpPr/>
          <p:nvPr/>
        </p:nvSpPr>
        <p:spPr>
          <a:xfrm>
            <a:off x="834390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key3-8"/>
          <p:cNvSpPr/>
          <p:nvPr/>
        </p:nvSpPr>
        <p:spPr>
          <a:xfrm>
            <a:off x="864108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key3-9"/>
          <p:cNvSpPr/>
          <p:nvPr/>
        </p:nvSpPr>
        <p:spPr>
          <a:xfrm>
            <a:off x="893826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key3-10"/>
          <p:cNvSpPr/>
          <p:nvPr/>
        </p:nvSpPr>
        <p:spPr>
          <a:xfrm>
            <a:off x="923544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key3-11"/>
          <p:cNvSpPr/>
          <p:nvPr/>
        </p:nvSpPr>
        <p:spPr>
          <a:xfrm>
            <a:off x="953262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key3-12"/>
          <p:cNvSpPr/>
          <p:nvPr/>
        </p:nvSpPr>
        <p:spPr>
          <a:xfrm>
            <a:off x="982980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key3-13"/>
          <p:cNvSpPr/>
          <p:nvPr/>
        </p:nvSpPr>
        <p:spPr>
          <a:xfrm>
            <a:off x="10126980" y="28529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key4-0"/>
          <p:cNvSpPr/>
          <p:nvPr/>
        </p:nvSpPr>
        <p:spPr>
          <a:xfrm>
            <a:off x="626364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key4-1"/>
          <p:cNvSpPr/>
          <p:nvPr/>
        </p:nvSpPr>
        <p:spPr>
          <a:xfrm>
            <a:off x="656082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key4-2"/>
          <p:cNvSpPr/>
          <p:nvPr/>
        </p:nvSpPr>
        <p:spPr>
          <a:xfrm>
            <a:off x="685800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key4-3"/>
          <p:cNvSpPr/>
          <p:nvPr/>
        </p:nvSpPr>
        <p:spPr>
          <a:xfrm>
            <a:off x="715518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key4-4"/>
          <p:cNvSpPr/>
          <p:nvPr/>
        </p:nvSpPr>
        <p:spPr>
          <a:xfrm>
            <a:off x="745236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key4-5"/>
          <p:cNvSpPr/>
          <p:nvPr/>
        </p:nvSpPr>
        <p:spPr>
          <a:xfrm>
            <a:off x="774954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key4-6"/>
          <p:cNvSpPr/>
          <p:nvPr/>
        </p:nvSpPr>
        <p:spPr>
          <a:xfrm>
            <a:off x="804672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key4-7"/>
          <p:cNvSpPr/>
          <p:nvPr/>
        </p:nvSpPr>
        <p:spPr>
          <a:xfrm>
            <a:off x="834390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key4-8"/>
          <p:cNvSpPr/>
          <p:nvPr/>
        </p:nvSpPr>
        <p:spPr>
          <a:xfrm>
            <a:off x="864108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key4-9"/>
          <p:cNvSpPr/>
          <p:nvPr/>
        </p:nvSpPr>
        <p:spPr>
          <a:xfrm>
            <a:off x="893826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key4-10"/>
          <p:cNvSpPr/>
          <p:nvPr/>
        </p:nvSpPr>
        <p:spPr>
          <a:xfrm>
            <a:off x="923544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key4-11"/>
          <p:cNvSpPr/>
          <p:nvPr/>
        </p:nvSpPr>
        <p:spPr>
          <a:xfrm>
            <a:off x="953262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key4-12"/>
          <p:cNvSpPr/>
          <p:nvPr/>
        </p:nvSpPr>
        <p:spPr>
          <a:xfrm>
            <a:off x="982980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key4-13"/>
          <p:cNvSpPr/>
          <p:nvPr/>
        </p:nvSpPr>
        <p:spPr>
          <a:xfrm>
            <a:off x="10126980" y="31577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key5-0"/>
          <p:cNvSpPr/>
          <p:nvPr/>
        </p:nvSpPr>
        <p:spPr>
          <a:xfrm>
            <a:off x="626364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key5-1"/>
          <p:cNvSpPr/>
          <p:nvPr/>
        </p:nvSpPr>
        <p:spPr>
          <a:xfrm>
            <a:off x="656082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key5-2"/>
          <p:cNvSpPr/>
          <p:nvPr/>
        </p:nvSpPr>
        <p:spPr>
          <a:xfrm>
            <a:off x="685800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key5-3"/>
          <p:cNvSpPr/>
          <p:nvPr/>
        </p:nvSpPr>
        <p:spPr>
          <a:xfrm>
            <a:off x="715518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key5-4"/>
          <p:cNvSpPr/>
          <p:nvPr/>
        </p:nvSpPr>
        <p:spPr>
          <a:xfrm>
            <a:off x="745236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key5-5"/>
          <p:cNvSpPr/>
          <p:nvPr/>
        </p:nvSpPr>
        <p:spPr>
          <a:xfrm>
            <a:off x="774954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key5-6"/>
          <p:cNvSpPr/>
          <p:nvPr/>
        </p:nvSpPr>
        <p:spPr>
          <a:xfrm>
            <a:off x="804672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key5-7"/>
          <p:cNvSpPr/>
          <p:nvPr/>
        </p:nvSpPr>
        <p:spPr>
          <a:xfrm>
            <a:off x="834390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key5-8"/>
          <p:cNvSpPr/>
          <p:nvPr/>
        </p:nvSpPr>
        <p:spPr>
          <a:xfrm>
            <a:off x="864108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key5-9"/>
          <p:cNvSpPr/>
          <p:nvPr/>
        </p:nvSpPr>
        <p:spPr>
          <a:xfrm>
            <a:off x="893826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key5-10"/>
          <p:cNvSpPr/>
          <p:nvPr/>
        </p:nvSpPr>
        <p:spPr>
          <a:xfrm>
            <a:off x="923544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key5-11"/>
          <p:cNvSpPr/>
          <p:nvPr/>
        </p:nvSpPr>
        <p:spPr>
          <a:xfrm>
            <a:off x="953262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key5-12"/>
          <p:cNvSpPr/>
          <p:nvPr/>
        </p:nvSpPr>
        <p:spPr>
          <a:xfrm>
            <a:off x="982980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key5-13"/>
          <p:cNvSpPr/>
          <p:nvPr/>
        </p:nvSpPr>
        <p:spPr>
          <a:xfrm>
            <a:off x="10126980" y="3462528"/>
            <a:ext cx="251460" cy="259080"/>
          </a:xfrm>
          <a:prstGeom prst="roundRect">
            <a:avLst>
              <a:gd name="adj" fmla="val 1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zone-grille-l"/>
          <p:cNvSpPr/>
          <p:nvPr/>
        </p:nvSpPr>
        <p:spPr>
          <a:xfrm>
            <a:off x="5394960" y="1938528"/>
            <a:ext cx="640080" cy="1783080"/>
          </a:xfrm>
          <a:prstGeom prst="roundRect">
            <a:avLst>
              <a:gd name="adj" fmla="val 20000"/>
            </a:avLst>
          </a:prstGeom>
          <a:solidFill>
            <a:srgbClr val="262524"/>
          </a:solidFill>
          <a:ln w="9525">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zone-grille-r"/>
          <p:cNvSpPr/>
          <p:nvPr/>
        </p:nvSpPr>
        <p:spPr>
          <a:xfrm>
            <a:off x="10607040" y="1938528"/>
            <a:ext cx="640080" cy="1783080"/>
          </a:xfrm>
          <a:prstGeom prst="roundRect">
            <a:avLst>
              <a:gd name="adj" fmla="val 20000"/>
            </a:avLst>
          </a:prstGeom>
          <a:solidFill>
            <a:srgbClr val="262524"/>
          </a:solidFill>
          <a:ln w="9525">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rackpad"/>
          <p:cNvSpPr/>
          <p:nvPr/>
        </p:nvSpPr>
        <p:spPr>
          <a:xfrm>
            <a:off x="7269480" y="3977640"/>
            <a:ext cx="2103120" cy="1371600"/>
          </a:xfrm>
          <a:prstGeom prst="roundRect">
            <a:avLst>
              <a:gd name="adj" fmla="val 8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zone-palm-l"/>
          <p:cNvSpPr/>
          <p:nvPr/>
        </p:nvSpPr>
        <p:spPr>
          <a:xfrm>
            <a:off x="5394960" y="3977640"/>
            <a:ext cx="1691640" cy="1371600"/>
          </a:xfrm>
          <a:prstGeom prst="roundRect">
            <a:avLst>
              <a:gd name="adj" fmla="val 10000"/>
            </a:avLst>
          </a:prstGeom>
          <a:solidFill>
            <a:srgbClr val="262524"/>
          </a:solidFill>
          <a:ln w="9525">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zone-palm-r"/>
          <p:cNvSpPr/>
          <p:nvPr/>
        </p:nvSpPr>
        <p:spPr>
          <a:xfrm>
            <a:off x="9555480" y="3977640"/>
            <a:ext cx="1691640" cy="1371600"/>
          </a:xfrm>
          <a:prstGeom prst="roundRect">
            <a:avLst>
              <a:gd name="adj" fmla="val 10000"/>
            </a:avLst>
          </a:prstGeom>
          <a:solidFill>
            <a:srgbClr val="262524"/>
          </a:solidFill>
          <a:ln w="9525">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822960" y="1280160"/>
            <a:ext cx="3840480" cy="1828800"/>
          </a:xfrm>
          <a:prstGeom prst="rect">
            <a:avLst/>
          </a:prstGeom>
          <a:noFill/>
        </p:spPr>
        <p:txBody>
          <a:bodyPr wrap="square" lIns="0" rIns="0" tIns="0" bIns="0" anchor="t">
            <a:spAutoFit/>
          </a:bodyPr>
          <a:lstStyle/>
          <a:p>
            <a:pPr algn="l">
              <a:lnSpc>
                <a:spcPct val="105000"/>
              </a:lnSpc>
            </a:pPr>
            <a:r>
              <a:rPr sz="4000">
                <a:solidFill>
                  <a:srgbClr val="F2F0EC"/>
                </a:solidFill>
                <a:latin typeface="Switzer Extralight"/>
              </a:rPr>
              <a:t>Tap the parts that do nothing.</a:t>
            </a:r>
          </a:p>
        </p:txBody>
      </p:sp>
      <p:sp>
        <p:nvSpPr>
          <p:cNvPr id="94" name="TextBox 93"/>
          <p:cNvSpPr txBox="1"/>
          <p:nvPr/>
        </p:nvSpPr>
        <p:spPr>
          <a:xfrm>
            <a:off x="822960" y="3931920"/>
            <a:ext cx="2743200" cy="365760"/>
          </a:xfrm>
          <a:prstGeom prst="rect">
            <a:avLst/>
          </a:prstGeom>
          <a:noFill/>
        </p:spPr>
        <p:txBody>
          <a:bodyPr wrap="square" lIns="0" rIns="0" tIns="0" bIns="0" anchor="t">
            <a:spAutoFit/>
          </a:bodyPr>
          <a:lstStyle/>
          <a:p>
            <a:pPr algn="l"/>
            <a:r>
              <a:rPr sz="2000">
                <a:solidFill>
                  <a:srgbClr val="F2F0EC"/>
                </a:solidFill>
                <a:latin typeface="Switzer Light"/>
              </a:rPr>
              <a:t>Last app</a:t>
            </a:r>
          </a:p>
        </p:txBody>
      </p:sp>
      <p:cxnSp>
        <p:nvCxnSpPr>
          <p:cNvPr id="95" name="Connector 94"/>
          <p:cNvCxnSpPr/>
          <p:nvPr/>
        </p:nvCxnSpPr>
        <p:spPr>
          <a:xfrm flipV="1">
            <a:off x="3017520" y="1636776"/>
            <a:ext cx="5303520" cy="2478024"/>
          </a:xfrm>
          <a:prstGeom prst="line">
            <a:avLst/>
          </a:prstGeom>
          <a:ln w="9525">
            <a:solidFill>
              <a:srgbClr val="555350"/>
            </a:solidFill>
            <a:prstDash val="sysDash"/>
          </a:ln>
        </p:spPr>
        <p:style>
          <a:lnRef idx="2">
            <a:schemeClr val="accent1"/>
          </a:lnRef>
          <a:fillRef idx="0">
            <a:schemeClr val="accent1"/>
          </a:fillRef>
          <a:effectRef idx="1">
            <a:schemeClr val="accent1"/>
          </a:effectRef>
          <a:fontRef idx="minor">
            <a:schemeClr val="tx1"/>
          </a:fontRef>
        </p:style>
      </p:cxnSp>
      <p:sp>
        <p:nvSpPr>
          <p:cNvPr id="96" name="Oval 95"/>
          <p:cNvSpPr/>
          <p:nvPr/>
        </p:nvSpPr>
        <p:spPr>
          <a:xfrm>
            <a:off x="8257032" y="1572768"/>
            <a:ext cx="128016" cy="128016"/>
          </a:xfrm>
          <a:prstGeom prst="ellipse">
            <a:avLst/>
          </a:prstGeom>
          <a:solidFill>
            <a:srgbClr val="F2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22960" y="4572000"/>
            <a:ext cx="2743200" cy="365760"/>
          </a:xfrm>
          <a:prstGeom prst="rect">
            <a:avLst/>
          </a:prstGeom>
          <a:noFill/>
        </p:spPr>
        <p:txBody>
          <a:bodyPr wrap="square" lIns="0" rIns="0" tIns="0" bIns="0" anchor="t">
            <a:spAutoFit/>
          </a:bodyPr>
          <a:lstStyle/>
          <a:p>
            <a:pPr algn="l"/>
            <a:r>
              <a:rPr sz="2000">
                <a:solidFill>
                  <a:srgbClr val="F2F0EC"/>
                </a:solidFill>
                <a:latin typeface="Switzer Light"/>
              </a:rPr>
              <a:t>Screenshot</a:t>
            </a:r>
          </a:p>
        </p:txBody>
      </p:sp>
      <p:cxnSp>
        <p:nvCxnSpPr>
          <p:cNvPr id="98" name="Connector 97"/>
          <p:cNvCxnSpPr/>
          <p:nvPr/>
        </p:nvCxnSpPr>
        <p:spPr>
          <a:xfrm flipV="1">
            <a:off x="3017520" y="2830068"/>
            <a:ext cx="7909560" cy="1924812"/>
          </a:xfrm>
          <a:prstGeom prst="line">
            <a:avLst/>
          </a:prstGeom>
          <a:ln w="9525">
            <a:solidFill>
              <a:srgbClr val="555350"/>
            </a:solidFill>
            <a:prstDash val="sysDash"/>
          </a:ln>
        </p:spPr>
        <p:style>
          <a:lnRef idx="2">
            <a:schemeClr val="accent1"/>
          </a:lnRef>
          <a:fillRef idx="0">
            <a:schemeClr val="accent1"/>
          </a:fillRef>
          <a:effectRef idx="1">
            <a:schemeClr val="accent1"/>
          </a:effectRef>
          <a:fontRef idx="minor">
            <a:schemeClr val="tx1"/>
          </a:fontRef>
        </p:style>
      </p:cxnSp>
      <p:sp>
        <p:nvSpPr>
          <p:cNvPr id="99" name="Oval 98"/>
          <p:cNvSpPr/>
          <p:nvPr/>
        </p:nvSpPr>
        <p:spPr>
          <a:xfrm>
            <a:off x="10863072" y="2766060"/>
            <a:ext cx="128016" cy="128016"/>
          </a:xfrm>
          <a:prstGeom prst="ellipse">
            <a:avLst/>
          </a:prstGeom>
          <a:solidFill>
            <a:srgbClr val="F2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22960" y="5212080"/>
            <a:ext cx="2743200" cy="365760"/>
          </a:xfrm>
          <a:prstGeom prst="rect">
            <a:avLst/>
          </a:prstGeom>
          <a:noFill/>
        </p:spPr>
        <p:txBody>
          <a:bodyPr wrap="square" lIns="0" rIns="0" tIns="0" bIns="0" anchor="t">
            <a:spAutoFit/>
          </a:bodyPr>
          <a:lstStyle/>
          <a:p>
            <a:pPr algn="l"/>
            <a:r>
              <a:rPr sz="2000">
                <a:solidFill>
                  <a:srgbClr val="F2F0EC"/>
                </a:solidFill>
                <a:latin typeface="Switzer Light"/>
              </a:rPr>
              <a:t>Mute</a:t>
            </a:r>
          </a:p>
        </p:txBody>
      </p:sp>
      <p:cxnSp>
        <p:nvCxnSpPr>
          <p:cNvPr id="101" name="Connector 100"/>
          <p:cNvCxnSpPr/>
          <p:nvPr/>
        </p:nvCxnSpPr>
        <p:spPr>
          <a:xfrm flipV="1">
            <a:off x="3017520" y="4663440"/>
            <a:ext cx="3223260" cy="731520"/>
          </a:xfrm>
          <a:prstGeom prst="line">
            <a:avLst/>
          </a:prstGeom>
          <a:ln w="9525">
            <a:solidFill>
              <a:srgbClr val="555350"/>
            </a:solidFill>
            <a:prstDash val="sysDash"/>
          </a:ln>
        </p:spPr>
        <p:style>
          <a:lnRef idx="2">
            <a:schemeClr val="accent1"/>
          </a:lnRef>
          <a:fillRef idx="0">
            <a:schemeClr val="accent1"/>
          </a:fillRef>
          <a:effectRef idx="1">
            <a:schemeClr val="accent1"/>
          </a:effectRef>
          <a:fontRef idx="minor">
            <a:schemeClr val="tx1"/>
          </a:fontRef>
        </p:style>
      </p:cxnSp>
      <p:sp>
        <p:nvSpPr>
          <p:cNvPr id="102" name="Oval 101"/>
          <p:cNvSpPr/>
          <p:nvPr/>
        </p:nvSpPr>
        <p:spPr>
          <a:xfrm>
            <a:off x="6176772" y="4599432"/>
            <a:ext cx="128016" cy="128016"/>
          </a:xfrm>
          <a:prstGeom prst="ellipse">
            <a:avLst/>
          </a:prstGeom>
          <a:solidFill>
            <a:srgbClr val="F2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slow">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sp>
        <p:nvSpPr>
          <p:cNvPr id="2" name="TextBox 1"/>
          <p:cNvSpPr txBox="1"/>
          <p:nvPr/>
        </p:nvSpPr>
        <p:spPr>
          <a:xfrm>
            <a:off x="822960" y="640080"/>
            <a:ext cx="10515600" cy="914400"/>
          </a:xfrm>
          <a:prstGeom prst="rect">
            <a:avLst/>
          </a:prstGeom>
          <a:noFill/>
        </p:spPr>
        <p:txBody>
          <a:bodyPr wrap="square" lIns="0" rIns="0" tIns="0" bIns="0" anchor="t">
            <a:spAutoFit/>
          </a:bodyPr>
          <a:lstStyle/>
          <a:p>
            <a:pPr algn="l"/>
            <a:r>
              <a:rPr sz="4000">
                <a:solidFill>
                  <a:srgbClr val="F2F0EC"/>
                </a:solidFill>
                <a:latin typeface="Switzer Extralight"/>
              </a:rPr>
              <a:t>A tap looks a lot like a keystroke.</a:t>
            </a:r>
          </a:p>
        </p:txBody>
      </p:sp>
      <p:cxnSp>
        <p:nvCxnSpPr>
          <p:cNvPr id="3" name="Connector 2"/>
          <p:cNvCxnSpPr/>
          <p:nvPr/>
        </p:nvCxnSpPr>
        <p:spPr>
          <a:xfrm>
            <a:off x="822960" y="2651760"/>
            <a:ext cx="10545775"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4" name="Freeform 3"/>
          <p:cNvSpPr/>
          <p:nvPr/>
        </p:nvSpPr>
        <p:spPr>
          <a:xfrm>
            <a:off x="831523" y="1645920"/>
            <a:ext cx="10537212" cy="1001204"/>
          </a:xfrm>
          <a:custGeom>
            <a:avLst/>
            <a:gdLst/>
            <a:ahLst/>
            <a:cxnLst/>
            <a:rect l="l" t="t" r="r" b="b"/>
            <a:pathLst>
              <a:path w="10537212" h="1001204">
                <a:moveTo>
                  <a:pt x="0" y="154213"/>
                </a:moveTo>
                <a:lnTo>
                  <a:pt x="19887" y="202979"/>
                </a:lnTo>
                <a:lnTo>
                  <a:pt x="39756" y="497008"/>
                </a:lnTo>
                <a:lnTo>
                  <a:pt x="59643" y="751812"/>
                </a:lnTo>
                <a:lnTo>
                  <a:pt x="79513" y="488890"/>
                </a:lnTo>
                <a:lnTo>
                  <a:pt x="99402" y="353676"/>
                </a:lnTo>
                <a:lnTo>
                  <a:pt x="119270" y="343744"/>
                </a:lnTo>
                <a:lnTo>
                  <a:pt x="139157" y="393143"/>
                </a:lnTo>
                <a:lnTo>
                  <a:pt x="159026" y="548917"/>
                </a:lnTo>
                <a:lnTo>
                  <a:pt x="178914" y="748026"/>
                </a:lnTo>
                <a:lnTo>
                  <a:pt x="198784" y="768851"/>
                </a:lnTo>
                <a:lnTo>
                  <a:pt x="218671" y="655625"/>
                </a:lnTo>
                <a:lnTo>
                  <a:pt x="238540" y="626444"/>
                </a:lnTo>
                <a:lnTo>
                  <a:pt x="258429" y="632639"/>
                </a:lnTo>
                <a:lnTo>
                  <a:pt x="278298" y="700142"/>
                </a:lnTo>
                <a:lnTo>
                  <a:pt x="298187" y="802095"/>
                </a:lnTo>
                <a:lnTo>
                  <a:pt x="318056" y="892083"/>
                </a:lnTo>
                <a:lnTo>
                  <a:pt x="337942" y="955699"/>
                </a:lnTo>
                <a:lnTo>
                  <a:pt x="357811" y="989026"/>
                </a:lnTo>
                <a:lnTo>
                  <a:pt x="377699" y="971140"/>
                </a:lnTo>
                <a:lnTo>
                  <a:pt x="397568" y="961722"/>
                </a:lnTo>
                <a:lnTo>
                  <a:pt x="417456" y="943613"/>
                </a:lnTo>
                <a:lnTo>
                  <a:pt x="437326" y="922037"/>
                </a:lnTo>
                <a:lnTo>
                  <a:pt x="457213" y="888821"/>
                </a:lnTo>
                <a:lnTo>
                  <a:pt x="477081" y="850434"/>
                </a:lnTo>
                <a:lnTo>
                  <a:pt x="496970" y="832632"/>
                </a:lnTo>
                <a:lnTo>
                  <a:pt x="516840" y="833782"/>
                </a:lnTo>
                <a:lnTo>
                  <a:pt x="536726" y="865802"/>
                </a:lnTo>
                <a:lnTo>
                  <a:pt x="556595" y="925858"/>
                </a:lnTo>
                <a:lnTo>
                  <a:pt x="576482" y="942418"/>
                </a:lnTo>
                <a:lnTo>
                  <a:pt x="596352" y="889627"/>
                </a:lnTo>
                <a:lnTo>
                  <a:pt x="616240" y="869664"/>
                </a:lnTo>
                <a:lnTo>
                  <a:pt x="636109" y="869100"/>
                </a:lnTo>
                <a:lnTo>
                  <a:pt x="655998" y="881708"/>
                </a:lnTo>
                <a:lnTo>
                  <a:pt x="675866" y="920502"/>
                </a:lnTo>
                <a:lnTo>
                  <a:pt x="695754" y="968993"/>
                </a:lnTo>
                <a:lnTo>
                  <a:pt x="715623" y="994554"/>
                </a:lnTo>
                <a:lnTo>
                  <a:pt x="735511" y="980304"/>
                </a:lnTo>
                <a:lnTo>
                  <a:pt x="755378" y="972425"/>
                </a:lnTo>
                <a:lnTo>
                  <a:pt x="775267" y="964587"/>
                </a:lnTo>
                <a:lnTo>
                  <a:pt x="795138" y="963151"/>
                </a:lnTo>
                <a:lnTo>
                  <a:pt x="815025" y="965217"/>
                </a:lnTo>
                <a:lnTo>
                  <a:pt x="834893" y="971124"/>
                </a:lnTo>
                <a:lnTo>
                  <a:pt x="854781" y="962523"/>
                </a:lnTo>
                <a:lnTo>
                  <a:pt x="874650" y="924003"/>
                </a:lnTo>
                <a:lnTo>
                  <a:pt x="894538" y="753702"/>
                </a:lnTo>
                <a:lnTo>
                  <a:pt x="914407" y="591304"/>
                </a:lnTo>
                <a:lnTo>
                  <a:pt x="934294" y="574547"/>
                </a:lnTo>
                <a:lnTo>
                  <a:pt x="954164" y="786330"/>
                </a:lnTo>
                <a:lnTo>
                  <a:pt x="974051" y="554199"/>
                </a:lnTo>
                <a:lnTo>
                  <a:pt x="993920" y="249431"/>
                </a:lnTo>
                <a:lnTo>
                  <a:pt x="1013811" y="219091"/>
                </a:lnTo>
                <a:lnTo>
                  <a:pt x="1033678" y="288515"/>
                </a:lnTo>
                <a:lnTo>
                  <a:pt x="1053567" y="564109"/>
                </a:lnTo>
                <a:lnTo>
                  <a:pt x="1073435" y="621035"/>
                </a:lnTo>
                <a:lnTo>
                  <a:pt x="1093323" y="357794"/>
                </a:lnTo>
                <a:lnTo>
                  <a:pt x="1113191" y="288557"/>
                </a:lnTo>
                <a:lnTo>
                  <a:pt x="1133081" y="293124"/>
                </a:lnTo>
                <a:lnTo>
                  <a:pt x="1152949" y="416736"/>
                </a:lnTo>
                <a:lnTo>
                  <a:pt x="1172837" y="672775"/>
                </a:lnTo>
                <a:lnTo>
                  <a:pt x="1192704" y="784060"/>
                </a:lnTo>
                <a:lnTo>
                  <a:pt x="1212594" y="642494"/>
                </a:lnTo>
                <a:lnTo>
                  <a:pt x="1232462" y="621067"/>
                </a:lnTo>
                <a:lnTo>
                  <a:pt x="1252351" y="643466"/>
                </a:lnTo>
                <a:lnTo>
                  <a:pt x="1272219" y="747106"/>
                </a:lnTo>
                <a:lnTo>
                  <a:pt x="1292108" y="882766"/>
                </a:lnTo>
                <a:lnTo>
                  <a:pt x="1311976" y="955089"/>
                </a:lnTo>
                <a:lnTo>
                  <a:pt x="1331863" y="951710"/>
                </a:lnTo>
                <a:lnTo>
                  <a:pt x="1351732" y="971785"/>
                </a:lnTo>
                <a:lnTo>
                  <a:pt x="1371623" y="910685"/>
                </a:lnTo>
                <a:lnTo>
                  <a:pt x="1391490" y="891383"/>
                </a:lnTo>
                <a:lnTo>
                  <a:pt x="1411378" y="896401"/>
                </a:lnTo>
                <a:lnTo>
                  <a:pt x="1431247" y="946563"/>
                </a:lnTo>
                <a:lnTo>
                  <a:pt x="1451135" y="909550"/>
                </a:lnTo>
                <a:lnTo>
                  <a:pt x="1471003" y="856683"/>
                </a:lnTo>
                <a:lnTo>
                  <a:pt x="1490893" y="849624"/>
                </a:lnTo>
                <a:lnTo>
                  <a:pt x="1510760" y="858014"/>
                </a:lnTo>
                <a:lnTo>
                  <a:pt x="1530649" y="896648"/>
                </a:lnTo>
                <a:lnTo>
                  <a:pt x="1550516" y="950470"/>
                </a:lnTo>
                <a:lnTo>
                  <a:pt x="1570406" y="957331"/>
                </a:lnTo>
                <a:lnTo>
                  <a:pt x="1590274" y="957987"/>
                </a:lnTo>
                <a:lnTo>
                  <a:pt x="1610162" y="971113"/>
                </a:lnTo>
                <a:lnTo>
                  <a:pt x="1630030" y="976487"/>
                </a:lnTo>
                <a:lnTo>
                  <a:pt x="1649920" y="969081"/>
                </a:lnTo>
                <a:lnTo>
                  <a:pt x="1669787" y="966769"/>
                </a:lnTo>
                <a:lnTo>
                  <a:pt x="1689676" y="977558"/>
                </a:lnTo>
                <a:lnTo>
                  <a:pt x="1709543" y="946144"/>
                </a:lnTo>
                <a:lnTo>
                  <a:pt x="1729434" y="904819"/>
                </a:lnTo>
                <a:lnTo>
                  <a:pt x="1749301" y="882833"/>
                </a:lnTo>
                <a:lnTo>
                  <a:pt x="1769190" y="881150"/>
                </a:lnTo>
                <a:lnTo>
                  <a:pt x="1789057" y="894990"/>
                </a:lnTo>
                <a:lnTo>
                  <a:pt x="1808948" y="944487"/>
                </a:lnTo>
                <a:lnTo>
                  <a:pt x="1828815" y="965966"/>
                </a:lnTo>
                <a:lnTo>
                  <a:pt x="1848704" y="933664"/>
                </a:lnTo>
                <a:lnTo>
                  <a:pt x="1868572" y="926085"/>
                </a:lnTo>
                <a:lnTo>
                  <a:pt x="1888460" y="927515"/>
                </a:lnTo>
                <a:lnTo>
                  <a:pt x="1908327" y="939013"/>
                </a:lnTo>
                <a:lnTo>
                  <a:pt x="1928218" y="953531"/>
                </a:lnTo>
                <a:lnTo>
                  <a:pt x="1948086" y="969547"/>
                </a:lnTo>
                <a:lnTo>
                  <a:pt x="1967974" y="976773"/>
                </a:lnTo>
                <a:lnTo>
                  <a:pt x="1987841" y="979305"/>
                </a:lnTo>
                <a:lnTo>
                  <a:pt x="2007731" y="985081"/>
                </a:lnTo>
                <a:lnTo>
                  <a:pt x="2027598" y="921784"/>
                </a:lnTo>
                <a:lnTo>
                  <a:pt x="2047488" y="748812"/>
                </a:lnTo>
                <a:lnTo>
                  <a:pt x="2067354" y="510143"/>
                </a:lnTo>
                <a:lnTo>
                  <a:pt x="2087245" y="368947"/>
                </a:lnTo>
                <a:lnTo>
                  <a:pt x="2107113" y="584937"/>
                </a:lnTo>
                <a:lnTo>
                  <a:pt x="2127001" y="583733"/>
                </a:lnTo>
                <a:lnTo>
                  <a:pt x="2146869" y="120040"/>
                </a:lnTo>
                <a:lnTo>
                  <a:pt x="2166760" y="43872"/>
                </a:lnTo>
                <a:lnTo>
                  <a:pt x="2186628" y="92722"/>
                </a:lnTo>
                <a:lnTo>
                  <a:pt x="2206515" y="350511"/>
                </a:lnTo>
                <a:lnTo>
                  <a:pt x="2226385" y="671155"/>
                </a:lnTo>
                <a:lnTo>
                  <a:pt x="2246272" y="291733"/>
                </a:lnTo>
                <a:lnTo>
                  <a:pt x="2266141" y="152314"/>
                </a:lnTo>
                <a:lnTo>
                  <a:pt x="2286029" y="147034"/>
                </a:lnTo>
                <a:lnTo>
                  <a:pt x="2305898" y="231845"/>
                </a:lnTo>
                <a:lnTo>
                  <a:pt x="2325786" y="523135"/>
                </a:lnTo>
                <a:lnTo>
                  <a:pt x="2345655" y="772157"/>
                </a:lnTo>
                <a:lnTo>
                  <a:pt x="2365543" y="593538"/>
                </a:lnTo>
                <a:lnTo>
                  <a:pt x="2385412" y="552263"/>
                </a:lnTo>
                <a:lnTo>
                  <a:pt x="2405299" y="564345"/>
                </a:lnTo>
                <a:lnTo>
                  <a:pt x="2425169" y="672335"/>
                </a:lnTo>
                <a:lnTo>
                  <a:pt x="2445057" y="839248"/>
                </a:lnTo>
                <a:lnTo>
                  <a:pt x="2464925" y="907978"/>
                </a:lnTo>
                <a:lnTo>
                  <a:pt x="2484813" y="885121"/>
                </a:lnTo>
                <a:lnTo>
                  <a:pt x="2504683" y="894031"/>
                </a:lnTo>
                <a:lnTo>
                  <a:pt x="2524571" y="960493"/>
                </a:lnTo>
                <a:lnTo>
                  <a:pt x="2544439" y="928379"/>
                </a:lnTo>
                <a:lnTo>
                  <a:pt x="2564327" y="923862"/>
                </a:lnTo>
                <a:lnTo>
                  <a:pt x="2584196" y="930941"/>
                </a:lnTo>
                <a:lnTo>
                  <a:pt x="2604084" y="956260"/>
                </a:lnTo>
                <a:lnTo>
                  <a:pt x="2623952" y="958711"/>
                </a:lnTo>
                <a:lnTo>
                  <a:pt x="2643840" y="911047"/>
                </a:lnTo>
                <a:lnTo>
                  <a:pt x="2663710" y="865058"/>
                </a:lnTo>
                <a:lnTo>
                  <a:pt x="2683597" y="853375"/>
                </a:lnTo>
                <a:lnTo>
                  <a:pt x="2703466" y="856819"/>
                </a:lnTo>
                <a:lnTo>
                  <a:pt x="2723355" y="890973"/>
                </a:lnTo>
                <a:lnTo>
                  <a:pt x="2743223" y="956361"/>
                </a:lnTo>
                <a:lnTo>
                  <a:pt x="2763111" y="899932"/>
                </a:lnTo>
                <a:lnTo>
                  <a:pt x="2782981" y="855736"/>
                </a:lnTo>
                <a:lnTo>
                  <a:pt x="2802868" y="844943"/>
                </a:lnTo>
                <a:lnTo>
                  <a:pt x="2822737" y="847974"/>
                </a:lnTo>
                <a:lnTo>
                  <a:pt x="2842624" y="875138"/>
                </a:lnTo>
                <a:lnTo>
                  <a:pt x="2862494" y="912955"/>
                </a:lnTo>
                <a:lnTo>
                  <a:pt x="2882383" y="957775"/>
                </a:lnTo>
                <a:lnTo>
                  <a:pt x="2902251" y="952062"/>
                </a:lnTo>
                <a:lnTo>
                  <a:pt x="2922138" y="927065"/>
                </a:lnTo>
                <a:lnTo>
                  <a:pt x="2942009" y="924201"/>
                </a:lnTo>
                <a:lnTo>
                  <a:pt x="2961895" y="925962"/>
                </a:lnTo>
                <a:lnTo>
                  <a:pt x="2981765" y="921470"/>
                </a:lnTo>
                <a:lnTo>
                  <a:pt x="3001652" y="884159"/>
                </a:lnTo>
                <a:lnTo>
                  <a:pt x="3021521" y="774730"/>
                </a:lnTo>
                <a:lnTo>
                  <a:pt x="3041408" y="589551"/>
                </a:lnTo>
                <a:lnTo>
                  <a:pt x="3061277" y="440760"/>
                </a:lnTo>
                <a:lnTo>
                  <a:pt x="3081166" y="451893"/>
                </a:lnTo>
                <a:lnTo>
                  <a:pt x="3101034" y="573546"/>
                </a:lnTo>
                <a:lnTo>
                  <a:pt x="3120922" y="150975"/>
                </a:lnTo>
                <a:lnTo>
                  <a:pt x="3140791" y="0"/>
                </a:lnTo>
                <a:lnTo>
                  <a:pt x="3160680" y="26663"/>
                </a:lnTo>
                <a:lnTo>
                  <a:pt x="3180548" y="341369"/>
                </a:lnTo>
                <a:lnTo>
                  <a:pt x="3200434" y="746397"/>
                </a:lnTo>
                <a:lnTo>
                  <a:pt x="3220305" y="381202"/>
                </a:lnTo>
                <a:lnTo>
                  <a:pt x="3240193" y="242421"/>
                </a:lnTo>
                <a:lnTo>
                  <a:pt x="3260062" y="238083"/>
                </a:lnTo>
                <a:lnTo>
                  <a:pt x="3279949" y="299692"/>
                </a:lnTo>
                <a:lnTo>
                  <a:pt x="3299819" y="498257"/>
                </a:lnTo>
                <a:lnTo>
                  <a:pt x="3319706" y="771826"/>
                </a:lnTo>
                <a:lnTo>
                  <a:pt x="3339575" y="681420"/>
                </a:lnTo>
                <a:lnTo>
                  <a:pt x="3359463" y="581937"/>
                </a:lnTo>
                <a:lnTo>
                  <a:pt x="3379332" y="576623"/>
                </a:lnTo>
                <a:lnTo>
                  <a:pt x="3399219" y="618797"/>
                </a:lnTo>
                <a:lnTo>
                  <a:pt x="3419089" y="743731"/>
                </a:lnTo>
                <a:lnTo>
                  <a:pt x="3438977" y="890313"/>
                </a:lnTo>
                <a:lnTo>
                  <a:pt x="3458846" y="939222"/>
                </a:lnTo>
                <a:lnTo>
                  <a:pt x="3478734" y="923813"/>
                </a:lnTo>
                <a:lnTo>
                  <a:pt x="3498603" y="926694"/>
                </a:lnTo>
                <a:lnTo>
                  <a:pt x="3518492" y="956841"/>
                </a:lnTo>
                <a:lnTo>
                  <a:pt x="3538360" y="961076"/>
                </a:lnTo>
                <a:lnTo>
                  <a:pt x="3558246" y="954899"/>
                </a:lnTo>
                <a:lnTo>
                  <a:pt x="3578118" y="960660"/>
                </a:lnTo>
                <a:lnTo>
                  <a:pt x="3598004" y="921814"/>
                </a:lnTo>
                <a:lnTo>
                  <a:pt x="3617873" y="842686"/>
                </a:lnTo>
                <a:lnTo>
                  <a:pt x="3637761" y="827737"/>
                </a:lnTo>
                <a:lnTo>
                  <a:pt x="3657630" y="832282"/>
                </a:lnTo>
                <a:lnTo>
                  <a:pt x="3677518" y="856540"/>
                </a:lnTo>
                <a:lnTo>
                  <a:pt x="3695734" y="897734"/>
                </a:lnTo>
                <a:lnTo>
                  <a:pt x="3712297" y="941811"/>
                </a:lnTo>
                <a:lnTo>
                  <a:pt x="3728870" y="966166"/>
                </a:lnTo>
                <a:lnTo>
                  <a:pt x="3745433" y="909894"/>
                </a:lnTo>
                <a:lnTo>
                  <a:pt x="3761994" y="870308"/>
                </a:lnTo>
                <a:lnTo>
                  <a:pt x="3778558" y="853628"/>
                </a:lnTo>
                <a:lnTo>
                  <a:pt x="3795132" y="849356"/>
                </a:lnTo>
                <a:lnTo>
                  <a:pt x="3811693" y="849766"/>
                </a:lnTo>
                <a:lnTo>
                  <a:pt x="3828256" y="862518"/>
                </a:lnTo>
                <a:lnTo>
                  <a:pt x="3844818" y="894143"/>
                </a:lnTo>
                <a:lnTo>
                  <a:pt x="3861394" y="932313"/>
                </a:lnTo>
                <a:lnTo>
                  <a:pt x="3877956" y="965338"/>
                </a:lnTo>
                <a:lnTo>
                  <a:pt x="3894518" y="982172"/>
                </a:lnTo>
                <a:lnTo>
                  <a:pt x="3911080" y="957137"/>
                </a:lnTo>
                <a:lnTo>
                  <a:pt x="3927653" y="936607"/>
                </a:lnTo>
                <a:lnTo>
                  <a:pt x="3944217" y="925987"/>
                </a:lnTo>
                <a:lnTo>
                  <a:pt x="3960779" y="922817"/>
                </a:lnTo>
                <a:lnTo>
                  <a:pt x="3977342" y="922771"/>
                </a:lnTo>
                <a:lnTo>
                  <a:pt x="3993915" y="923448"/>
                </a:lnTo>
                <a:lnTo>
                  <a:pt x="4010479" y="925050"/>
                </a:lnTo>
                <a:lnTo>
                  <a:pt x="4027040" y="884508"/>
                </a:lnTo>
                <a:lnTo>
                  <a:pt x="4043603" y="778948"/>
                </a:lnTo>
                <a:lnTo>
                  <a:pt x="4060178" y="606534"/>
                </a:lnTo>
                <a:lnTo>
                  <a:pt x="4076739" y="433822"/>
                </a:lnTo>
                <a:lnTo>
                  <a:pt x="4093303" y="501782"/>
                </a:lnTo>
                <a:lnTo>
                  <a:pt x="4109863" y="753690"/>
                </a:lnTo>
                <a:lnTo>
                  <a:pt x="4126438" y="630920"/>
                </a:lnTo>
                <a:lnTo>
                  <a:pt x="4143002" y="269823"/>
                </a:lnTo>
                <a:lnTo>
                  <a:pt x="4159564" y="134720"/>
                </a:lnTo>
                <a:lnTo>
                  <a:pt x="4176126" y="136425"/>
                </a:lnTo>
                <a:lnTo>
                  <a:pt x="4192699" y="244871"/>
                </a:lnTo>
                <a:lnTo>
                  <a:pt x="4209262" y="518604"/>
                </a:lnTo>
                <a:lnTo>
                  <a:pt x="4225824" y="709965"/>
                </a:lnTo>
                <a:lnTo>
                  <a:pt x="4242387" y="450266"/>
                </a:lnTo>
                <a:lnTo>
                  <a:pt x="4258962" y="299567"/>
                </a:lnTo>
                <a:lnTo>
                  <a:pt x="4275525" y="251552"/>
                </a:lnTo>
                <a:lnTo>
                  <a:pt x="4292086" y="256349"/>
                </a:lnTo>
                <a:lnTo>
                  <a:pt x="4308649" y="357413"/>
                </a:lnTo>
                <a:lnTo>
                  <a:pt x="4325223" y="554753"/>
                </a:lnTo>
                <a:lnTo>
                  <a:pt x="4341783" y="782090"/>
                </a:lnTo>
                <a:lnTo>
                  <a:pt x="4358347" y="776374"/>
                </a:lnTo>
                <a:lnTo>
                  <a:pt x="4374908" y="643971"/>
                </a:lnTo>
                <a:lnTo>
                  <a:pt x="4391484" y="605662"/>
                </a:lnTo>
                <a:lnTo>
                  <a:pt x="4408045" y="607083"/>
                </a:lnTo>
                <a:lnTo>
                  <a:pt x="4424608" y="645632"/>
                </a:lnTo>
                <a:lnTo>
                  <a:pt x="4441171" y="725748"/>
                </a:lnTo>
                <a:lnTo>
                  <a:pt x="4457744" y="824802"/>
                </a:lnTo>
                <a:lnTo>
                  <a:pt x="4474307" y="900111"/>
                </a:lnTo>
                <a:lnTo>
                  <a:pt x="4490868" y="895735"/>
                </a:lnTo>
                <a:lnTo>
                  <a:pt x="4507432" y="893909"/>
                </a:lnTo>
                <a:lnTo>
                  <a:pt x="4524006" y="919903"/>
                </a:lnTo>
                <a:lnTo>
                  <a:pt x="4540569" y="931411"/>
                </a:lnTo>
                <a:lnTo>
                  <a:pt x="4557131" y="881504"/>
                </a:lnTo>
                <a:lnTo>
                  <a:pt x="4573692" y="866464"/>
                </a:lnTo>
                <a:lnTo>
                  <a:pt x="4590268" y="867955"/>
                </a:lnTo>
                <a:lnTo>
                  <a:pt x="4606830" y="899756"/>
                </a:lnTo>
                <a:lnTo>
                  <a:pt x="4623392" y="963836"/>
                </a:lnTo>
                <a:lnTo>
                  <a:pt x="4639954" y="892940"/>
                </a:lnTo>
                <a:lnTo>
                  <a:pt x="4656529" y="832527"/>
                </a:lnTo>
                <a:lnTo>
                  <a:pt x="4673092" y="816192"/>
                </a:lnTo>
                <a:lnTo>
                  <a:pt x="4689653" y="819123"/>
                </a:lnTo>
                <a:lnTo>
                  <a:pt x="4706216" y="853124"/>
                </a:lnTo>
                <a:lnTo>
                  <a:pt x="4722789" y="914116"/>
                </a:lnTo>
                <a:lnTo>
                  <a:pt x="4739353" y="964298"/>
                </a:lnTo>
                <a:lnTo>
                  <a:pt x="4755916" y="914602"/>
                </a:lnTo>
                <a:lnTo>
                  <a:pt x="4772477" y="893536"/>
                </a:lnTo>
                <a:lnTo>
                  <a:pt x="4789052" y="892797"/>
                </a:lnTo>
                <a:lnTo>
                  <a:pt x="4805614" y="904342"/>
                </a:lnTo>
                <a:lnTo>
                  <a:pt x="4822177" y="938108"/>
                </a:lnTo>
                <a:lnTo>
                  <a:pt x="4838740" y="971887"/>
                </a:lnTo>
                <a:lnTo>
                  <a:pt x="4855311" y="965171"/>
                </a:lnTo>
                <a:lnTo>
                  <a:pt x="4871876" y="962233"/>
                </a:lnTo>
                <a:lnTo>
                  <a:pt x="4888438" y="963094"/>
                </a:lnTo>
                <a:lnTo>
                  <a:pt x="4905000" y="969988"/>
                </a:lnTo>
                <a:lnTo>
                  <a:pt x="4921574" y="986426"/>
                </a:lnTo>
                <a:lnTo>
                  <a:pt x="4938137" y="968945"/>
                </a:lnTo>
                <a:lnTo>
                  <a:pt x="4954699" y="941228"/>
                </a:lnTo>
                <a:lnTo>
                  <a:pt x="4971260" y="878219"/>
                </a:lnTo>
                <a:lnTo>
                  <a:pt x="4987836" y="737268"/>
                </a:lnTo>
                <a:lnTo>
                  <a:pt x="5004398" y="672972"/>
                </a:lnTo>
                <a:lnTo>
                  <a:pt x="5020961" y="680048"/>
                </a:lnTo>
                <a:lnTo>
                  <a:pt x="5037524" y="779212"/>
                </a:lnTo>
                <a:lnTo>
                  <a:pt x="5054097" y="702764"/>
                </a:lnTo>
                <a:lnTo>
                  <a:pt x="5070659" y="461615"/>
                </a:lnTo>
                <a:lnTo>
                  <a:pt x="5087221" y="401581"/>
                </a:lnTo>
                <a:lnTo>
                  <a:pt x="5103785" y="418614"/>
                </a:lnTo>
                <a:lnTo>
                  <a:pt x="5120361" y="542336"/>
                </a:lnTo>
                <a:lnTo>
                  <a:pt x="5136920" y="730465"/>
                </a:lnTo>
                <a:lnTo>
                  <a:pt x="5153484" y="793241"/>
                </a:lnTo>
                <a:lnTo>
                  <a:pt x="5170045" y="629886"/>
                </a:lnTo>
                <a:lnTo>
                  <a:pt x="5186620" y="537044"/>
                </a:lnTo>
                <a:lnTo>
                  <a:pt x="5203183" y="526312"/>
                </a:lnTo>
                <a:lnTo>
                  <a:pt x="5219744" y="549930"/>
                </a:lnTo>
                <a:lnTo>
                  <a:pt x="5236308" y="646178"/>
                </a:lnTo>
                <a:lnTo>
                  <a:pt x="5252881" y="785454"/>
                </a:lnTo>
                <a:lnTo>
                  <a:pt x="5269444" y="884110"/>
                </a:lnTo>
                <a:lnTo>
                  <a:pt x="5286006" y="802938"/>
                </a:lnTo>
                <a:lnTo>
                  <a:pt x="5302569" y="778608"/>
                </a:lnTo>
                <a:lnTo>
                  <a:pt x="5319143" y="779615"/>
                </a:lnTo>
                <a:lnTo>
                  <a:pt x="5335705" y="801464"/>
                </a:lnTo>
                <a:lnTo>
                  <a:pt x="5352267" y="847307"/>
                </a:lnTo>
                <a:lnTo>
                  <a:pt x="5368829" y="909017"/>
                </a:lnTo>
                <a:lnTo>
                  <a:pt x="5385405" y="946907"/>
                </a:lnTo>
                <a:lnTo>
                  <a:pt x="5401967" y="946824"/>
                </a:lnTo>
                <a:lnTo>
                  <a:pt x="5418530" y="951310"/>
                </a:lnTo>
                <a:lnTo>
                  <a:pt x="5435091" y="940233"/>
                </a:lnTo>
                <a:lnTo>
                  <a:pt x="5451665" y="907219"/>
                </a:lnTo>
                <a:lnTo>
                  <a:pt x="5468229" y="906988"/>
                </a:lnTo>
                <a:lnTo>
                  <a:pt x="5484790" y="910412"/>
                </a:lnTo>
                <a:lnTo>
                  <a:pt x="5501353" y="858742"/>
                </a:lnTo>
                <a:lnTo>
                  <a:pt x="5517927" y="861930"/>
                </a:lnTo>
                <a:lnTo>
                  <a:pt x="5534489" y="916885"/>
                </a:lnTo>
                <a:lnTo>
                  <a:pt x="5551052" y="946615"/>
                </a:lnTo>
                <a:lnTo>
                  <a:pt x="5567614" y="902818"/>
                </a:lnTo>
                <a:lnTo>
                  <a:pt x="5584187" y="882147"/>
                </a:lnTo>
                <a:lnTo>
                  <a:pt x="5600750" y="881170"/>
                </a:lnTo>
                <a:lnTo>
                  <a:pt x="5617312" y="891173"/>
                </a:lnTo>
                <a:lnTo>
                  <a:pt x="5633875" y="923820"/>
                </a:lnTo>
                <a:lnTo>
                  <a:pt x="5650448" y="966776"/>
                </a:lnTo>
                <a:lnTo>
                  <a:pt x="5667013" y="952643"/>
                </a:lnTo>
                <a:lnTo>
                  <a:pt x="5683577" y="927504"/>
                </a:lnTo>
                <a:lnTo>
                  <a:pt x="5700137" y="921607"/>
                </a:lnTo>
                <a:lnTo>
                  <a:pt x="5716714" y="923846"/>
                </a:lnTo>
                <a:lnTo>
                  <a:pt x="5733275" y="940769"/>
                </a:lnTo>
                <a:lnTo>
                  <a:pt x="5749837" y="962835"/>
                </a:lnTo>
                <a:lnTo>
                  <a:pt x="5766399" y="975433"/>
                </a:lnTo>
                <a:lnTo>
                  <a:pt x="5782974" y="978818"/>
                </a:lnTo>
                <a:lnTo>
                  <a:pt x="5799538" y="983006"/>
                </a:lnTo>
                <a:lnTo>
                  <a:pt x="5816099" y="987142"/>
                </a:lnTo>
                <a:lnTo>
                  <a:pt x="5832662" y="988459"/>
                </a:lnTo>
                <a:lnTo>
                  <a:pt x="5849235" y="989657"/>
                </a:lnTo>
                <a:lnTo>
                  <a:pt x="5865798" y="988020"/>
                </a:lnTo>
                <a:lnTo>
                  <a:pt x="5882360" y="985717"/>
                </a:lnTo>
                <a:lnTo>
                  <a:pt x="5898921" y="983845"/>
                </a:lnTo>
                <a:lnTo>
                  <a:pt x="5915498" y="979081"/>
                </a:lnTo>
                <a:lnTo>
                  <a:pt x="5932058" y="977781"/>
                </a:lnTo>
                <a:lnTo>
                  <a:pt x="5948622" y="979795"/>
                </a:lnTo>
                <a:lnTo>
                  <a:pt x="5965183" y="989817"/>
                </a:lnTo>
                <a:lnTo>
                  <a:pt x="5981757" y="953716"/>
                </a:lnTo>
                <a:lnTo>
                  <a:pt x="5998321" y="888524"/>
                </a:lnTo>
                <a:lnTo>
                  <a:pt x="6014881" y="866101"/>
                </a:lnTo>
                <a:lnTo>
                  <a:pt x="6031446" y="637543"/>
                </a:lnTo>
                <a:lnTo>
                  <a:pt x="6048019" y="605908"/>
                </a:lnTo>
                <a:lnTo>
                  <a:pt x="6064582" y="784763"/>
                </a:lnTo>
                <a:lnTo>
                  <a:pt x="6081145" y="697663"/>
                </a:lnTo>
                <a:lnTo>
                  <a:pt x="6097706" y="656585"/>
                </a:lnTo>
                <a:lnTo>
                  <a:pt x="6114280" y="589027"/>
                </a:lnTo>
                <a:lnTo>
                  <a:pt x="6130842" y="579691"/>
                </a:lnTo>
                <a:lnTo>
                  <a:pt x="6147405" y="603189"/>
                </a:lnTo>
                <a:lnTo>
                  <a:pt x="6163969" y="717074"/>
                </a:lnTo>
                <a:lnTo>
                  <a:pt x="6180542" y="907743"/>
                </a:lnTo>
                <a:lnTo>
                  <a:pt x="6197105" y="758474"/>
                </a:lnTo>
                <a:lnTo>
                  <a:pt x="6213666" y="656780"/>
                </a:lnTo>
                <a:lnTo>
                  <a:pt x="6230229" y="618209"/>
                </a:lnTo>
                <a:lnTo>
                  <a:pt x="6246803" y="617008"/>
                </a:lnTo>
                <a:lnTo>
                  <a:pt x="6263367" y="647703"/>
                </a:lnTo>
                <a:lnTo>
                  <a:pt x="6279929" y="744402"/>
                </a:lnTo>
                <a:lnTo>
                  <a:pt x="6296490" y="882686"/>
                </a:lnTo>
                <a:lnTo>
                  <a:pt x="6313065" y="883803"/>
                </a:lnTo>
                <a:lnTo>
                  <a:pt x="6329626" y="817385"/>
                </a:lnTo>
                <a:lnTo>
                  <a:pt x="6346190" y="806828"/>
                </a:lnTo>
                <a:lnTo>
                  <a:pt x="6362754" y="814266"/>
                </a:lnTo>
                <a:lnTo>
                  <a:pt x="6379325" y="853315"/>
                </a:lnTo>
                <a:lnTo>
                  <a:pt x="6395889" y="911857"/>
                </a:lnTo>
                <a:lnTo>
                  <a:pt x="6412451" y="972637"/>
                </a:lnTo>
                <a:lnTo>
                  <a:pt x="6429013" y="969381"/>
                </a:lnTo>
                <a:lnTo>
                  <a:pt x="6445588" y="965685"/>
                </a:lnTo>
                <a:lnTo>
                  <a:pt x="6462149" y="968784"/>
                </a:lnTo>
                <a:lnTo>
                  <a:pt x="6478712" y="967608"/>
                </a:lnTo>
                <a:lnTo>
                  <a:pt x="6495273" y="939878"/>
                </a:lnTo>
                <a:lnTo>
                  <a:pt x="6511848" y="918046"/>
                </a:lnTo>
                <a:lnTo>
                  <a:pt x="6528412" y="913128"/>
                </a:lnTo>
                <a:lnTo>
                  <a:pt x="6544973" y="916217"/>
                </a:lnTo>
                <a:lnTo>
                  <a:pt x="6561536" y="941623"/>
                </a:lnTo>
                <a:lnTo>
                  <a:pt x="6578109" y="982243"/>
                </a:lnTo>
                <a:lnTo>
                  <a:pt x="6594671" y="930170"/>
                </a:lnTo>
                <a:lnTo>
                  <a:pt x="6611235" y="890248"/>
                </a:lnTo>
                <a:lnTo>
                  <a:pt x="6627797" y="876916"/>
                </a:lnTo>
                <a:lnTo>
                  <a:pt x="6644372" y="877596"/>
                </a:lnTo>
                <a:lnTo>
                  <a:pt x="6660933" y="893788"/>
                </a:lnTo>
                <a:lnTo>
                  <a:pt x="6677496" y="927197"/>
                </a:lnTo>
                <a:lnTo>
                  <a:pt x="6694058" y="969016"/>
                </a:lnTo>
                <a:lnTo>
                  <a:pt x="6710632" y="973301"/>
                </a:lnTo>
                <a:lnTo>
                  <a:pt x="6727196" y="952890"/>
                </a:lnTo>
                <a:lnTo>
                  <a:pt x="6743757" y="949392"/>
                </a:lnTo>
                <a:lnTo>
                  <a:pt x="6760321" y="952051"/>
                </a:lnTo>
                <a:lnTo>
                  <a:pt x="6776893" y="965888"/>
                </a:lnTo>
                <a:lnTo>
                  <a:pt x="6793456" y="984330"/>
                </a:lnTo>
                <a:lnTo>
                  <a:pt x="6810019" y="996203"/>
                </a:lnTo>
                <a:lnTo>
                  <a:pt x="6826581" y="991967"/>
                </a:lnTo>
                <a:lnTo>
                  <a:pt x="6843156" y="988985"/>
                </a:lnTo>
                <a:lnTo>
                  <a:pt x="6859716" y="989148"/>
                </a:lnTo>
                <a:lnTo>
                  <a:pt x="6876281" y="989716"/>
                </a:lnTo>
                <a:lnTo>
                  <a:pt x="6892843" y="988023"/>
                </a:lnTo>
                <a:lnTo>
                  <a:pt x="6909417" y="988166"/>
                </a:lnTo>
                <a:lnTo>
                  <a:pt x="6925979" y="989260"/>
                </a:lnTo>
                <a:lnTo>
                  <a:pt x="6942540" y="991443"/>
                </a:lnTo>
                <a:lnTo>
                  <a:pt x="6959105" y="997287"/>
                </a:lnTo>
                <a:lnTo>
                  <a:pt x="6975677" y="993900"/>
                </a:lnTo>
                <a:lnTo>
                  <a:pt x="6992240" y="986784"/>
                </a:lnTo>
                <a:lnTo>
                  <a:pt x="7008804" y="986453"/>
                </a:lnTo>
                <a:lnTo>
                  <a:pt x="7025364" y="987850"/>
                </a:lnTo>
                <a:lnTo>
                  <a:pt x="7041939" y="990943"/>
                </a:lnTo>
                <a:lnTo>
                  <a:pt x="7058501" y="994678"/>
                </a:lnTo>
                <a:lnTo>
                  <a:pt x="7075064" y="999120"/>
                </a:lnTo>
                <a:lnTo>
                  <a:pt x="7091628" y="999446"/>
                </a:lnTo>
                <a:lnTo>
                  <a:pt x="7108201" y="998695"/>
                </a:lnTo>
                <a:lnTo>
                  <a:pt x="7124763" y="999819"/>
                </a:lnTo>
                <a:lnTo>
                  <a:pt x="7141324" y="994671"/>
                </a:lnTo>
                <a:lnTo>
                  <a:pt x="7157886" y="944916"/>
                </a:lnTo>
                <a:lnTo>
                  <a:pt x="7174461" y="861609"/>
                </a:lnTo>
                <a:lnTo>
                  <a:pt x="7191023" y="774646"/>
                </a:lnTo>
                <a:lnTo>
                  <a:pt x="7207587" y="627875"/>
                </a:lnTo>
                <a:lnTo>
                  <a:pt x="7224148" y="686049"/>
                </a:lnTo>
                <a:lnTo>
                  <a:pt x="7240722" y="773589"/>
                </a:lnTo>
                <a:lnTo>
                  <a:pt x="7257286" y="760621"/>
                </a:lnTo>
                <a:lnTo>
                  <a:pt x="7273848" y="614788"/>
                </a:lnTo>
                <a:lnTo>
                  <a:pt x="7290410" y="565930"/>
                </a:lnTo>
                <a:lnTo>
                  <a:pt x="7306983" y="575109"/>
                </a:lnTo>
                <a:lnTo>
                  <a:pt x="7323547" y="660700"/>
                </a:lnTo>
                <a:lnTo>
                  <a:pt x="7340109" y="817783"/>
                </a:lnTo>
                <a:lnTo>
                  <a:pt x="7356671" y="803835"/>
                </a:lnTo>
                <a:lnTo>
                  <a:pt x="7373246" y="676452"/>
                </a:lnTo>
                <a:lnTo>
                  <a:pt x="7389807" y="614676"/>
                </a:lnTo>
                <a:lnTo>
                  <a:pt x="7406371" y="609226"/>
                </a:lnTo>
                <a:lnTo>
                  <a:pt x="7422932" y="632576"/>
                </a:lnTo>
                <a:lnTo>
                  <a:pt x="7439506" y="723153"/>
                </a:lnTo>
                <a:lnTo>
                  <a:pt x="7456070" y="857999"/>
                </a:lnTo>
                <a:lnTo>
                  <a:pt x="7472632" y="886515"/>
                </a:lnTo>
                <a:lnTo>
                  <a:pt x="7489195" y="813041"/>
                </a:lnTo>
                <a:lnTo>
                  <a:pt x="7505768" y="792698"/>
                </a:lnTo>
                <a:lnTo>
                  <a:pt x="7522330" y="796315"/>
                </a:lnTo>
                <a:lnTo>
                  <a:pt x="7538893" y="838716"/>
                </a:lnTo>
                <a:lnTo>
                  <a:pt x="7555455" y="903385"/>
                </a:lnTo>
                <a:lnTo>
                  <a:pt x="7572030" y="952050"/>
                </a:lnTo>
                <a:lnTo>
                  <a:pt x="7588591" y="962625"/>
                </a:lnTo>
                <a:lnTo>
                  <a:pt x="7605155" y="962722"/>
                </a:lnTo>
                <a:lnTo>
                  <a:pt x="7621718" y="959751"/>
                </a:lnTo>
                <a:lnTo>
                  <a:pt x="7638290" y="955035"/>
                </a:lnTo>
                <a:lnTo>
                  <a:pt x="7654853" y="955959"/>
                </a:lnTo>
                <a:lnTo>
                  <a:pt x="7671415" y="958446"/>
                </a:lnTo>
                <a:lnTo>
                  <a:pt x="7687979" y="957511"/>
                </a:lnTo>
                <a:lnTo>
                  <a:pt x="7704552" y="962148"/>
                </a:lnTo>
                <a:lnTo>
                  <a:pt x="7721115" y="948012"/>
                </a:lnTo>
                <a:lnTo>
                  <a:pt x="7737678" y="922062"/>
                </a:lnTo>
                <a:lnTo>
                  <a:pt x="7754239" y="916079"/>
                </a:lnTo>
                <a:lnTo>
                  <a:pt x="7770812" y="919636"/>
                </a:lnTo>
                <a:lnTo>
                  <a:pt x="7787375" y="941581"/>
                </a:lnTo>
                <a:lnTo>
                  <a:pt x="7803937" y="971653"/>
                </a:lnTo>
                <a:lnTo>
                  <a:pt x="7820501" y="991479"/>
                </a:lnTo>
                <a:lnTo>
                  <a:pt x="7837075" y="978433"/>
                </a:lnTo>
                <a:lnTo>
                  <a:pt x="7853637" y="977007"/>
                </a:lnTo>
                <a:lnTo>
                  <a:pt x="7870198" y="980900"/>
                </a:lnTo>
                <a:lnTo>
                  <a:pt x="7886760" y="991588"/>
                </a:lnTo>
                <a:lnTo>
                  <a:pt x="7903336" y="996233"/>
                </a:lnTo>
                <a:lnTo>
                  <a:pt x="7919897" y="995399"/>
                </a:lnTo>
                <a:lnTo>
                  <a:pt x="7936461" y="996631"/>
                </a:lnTo>
                <a:lnTo>
                  <a:pt x="7953023" y="992956"/>
                </a:lnTo>
                <a:lnTo>
                  <a:pt x="7969597" y="991126"/>
                </a:lnTo>
                <a:lnTo>
                  <a:pt x="7986160" y="990734"/>
                </a:lnTo>
                <a:lnTo>
                  <a:pt x="8002721" y="990832"/>
                </a:lnTo>
                <a:lnTo>
                  <a:pt x="8019286" y="993544"/>
                </a:lnTo>
                <a:lnTo>
                  <a:pt x="8035857" y="998659"/>
                </a:lnTo>
                <a:lnTo>
                  <a:pt x="8052421" y="993158"/>
                </a:lnTo>
                <a:lnTo>
                  <a:pt x="8068985" y="992744"/>
                </a:lnTo>
                <a:lnTo>
                  <a:pt x="8085545" y="994128"/>
                </a:lnTo>
                <a:lnTo>
                  <a:pt x="8102120" y="994262"/>
                </a:lnTo>
                <a:lnTo>
                  <a:pt x="8118682" y="993338"/>
                </a:lnTo>
                <a:lnTo>
                  <a:pt x="8135244" y="994233"/>
                </a:lnTo>
                <a:lnTo>
                  <a:pt x="8151807" y="996002"/>
                </a:lnTo>
                <a:lnTo>
                  <a:pt x="8168381" y="998813"/>
                </a:lnTo>
                <a:lnTo>
                  <a:pt x="8184944" y="999554"/>
                </a:lnTo>
                <a:lnTo>
                  <a:pt x="8201507" y="973114"/>
                </a:lnTo>
                <a:lnTo>
                  <a:pt x="8218069" y="861261"/>
                </a:lnTo>
                <a:lnTo>
                  <a:pt x="8234642" y="807733"/>
                </a:lnTo>
                <a:lnTo>
                  <a:pt x="8251205" y="672002"/>
                </a:lnTo>
                <a:lnTo>
                  <a:pt x="8267767" y="741917"/>
                </a:lnTo>
                <a:lnTo>
                  <a:pt x="8284330" y="851601"/>
                </a:lnTo>
                <a:lnTo>
                  <a:pt x="8300905" y="871582"/>
                </a:lnTo>
                <a:lnTo>
                  <a:pt x="8317465" y="716051"/>
                </a:lnTo>
                <a:lnTo>
                  <a:pt x="8334029" y="656953"/>
                </a:lnTo>
                <a:lnTo>
                  <a:pt x="8350592" y="653017"/>
                </a:lnTo>
                <a:lnTo>
                  <a:pt x="8367165" y="675837"/>
                </a:lnTo>
                <a:lnTo>
                  <a:pt x="8383727" y="785876"/>
                </a:lnTo>
                <a:lnTo>
                  <a:pt x="8400290" y="850556"/>
                </a:lnTo>
                <a:lnTo>
                  <a:pt x="8416850" y="756745"/>
                </a:lnTo>
                <a:lnTo>
                  <a:pt x="8433426" y="695590"/>
                </a:lnTo>
                <a:lnTo>
                  <a:pt x="8449988" y="687679"/>
                </a:lnTo>
                <a:lnTo>
                  <a:pt x="8466551" y="703705"/>
                </a:lnTo>
                <a:lnTo>
                  <a:pt x="8483113" y="779045"/>
                </a:lnTo>
                <a:lnTo>
                  <a:pt x="8499687" y="887738"/>
                </a:lnTo>
                <a:lnTo>
                  <a:pt x="8516250" y="920015"/>
                </a:lnTo>
                <a:lnTo>
                  <a:pt x="8532811" y="857912"/>
                </a:lnTo>
                <a:lnTo>
                  <a:pt x="8549375" y="840481"/>
                </a:lnTo>
                <a:lnTo>
                  <a:pt x="8565950" y="843191"/>
                </a:lnTo>
                <a:lnTo>
                  <a:pt x="8582511" y="875195"/>
                </a:lnTo>
                <a:lnTo>
                  <a:pt x="8599073" y="925459"/>
                </a:lnTo>
                <a:lnTo>
                  <a:pt x="8615634" y="974545"/>
                </a:lnTo>
                <a:lnTo>
                  <a:pt x="8632211" y="995244"/>
                </a:lnTo>
                <a:lnTo>
                  <a:pt x="8648772" y="976157"/>
                </a:lnTo>
                <a:lnTo>
                  <a:pt x="8665335" y="961005"/>
                </a:lnTo>
                <a:lnTo>
                  <a:pt x="8681897" y="962577"/>
                </a:lnTo>
                <a:lnTo>
                  <a:pt x="8698470" y="986318"/>
                </a:lnTo>
                <a:lnTo>
                  <a:pt x="8715034" y="976033"/>
                </a:lnTo>
                <a:lnTo>
                  <a:pt x="8731596" y="965746"/>
                </a:lnTo>
                <a:lnTo>
                  <a:pt x="8748159" y="954430"/>
                </a:lnTo>
                <a:lnTo>
                  <a:pt x="8764733" y="952127"/>
                </a:lnTo>
                <a:lnTo>
                  <a:pt x="8781295" y="954893"/>
                </a:lnTo>
                <a:lnTo>
                  <a:pt x="8797859" y="951763"/>
                </a:lnTo>
                <a:lnTo>
                  <a:pt x="8814420" y="950900"/>
                </a:lnTo>
                <a:lnTo>
                  <a:pt x="8830994" y="959169"/>
                </a:lnTo>
                <a:lnTo>
                  <a:pt x="8847556" y="981948"/>
                </a:lnTo>
                <a:lnTo>
                  <a:pt x="8864119" y="990451"/>
                </a:lnTo>
                <a:lnTo>
                  <a:pt x="8880682" y="976721"/>
                </a:lnTo>
                <a:lnTo>
                  <a:pt x="8897254" y="965731"/>
                </a:lnTo>
                <a:lnTo>
                  <a:pt x="8913817" y="962793"/>
                </a:lnTo>
                <a:lnTo>
                  <a:pt x="8930380" y="963052"/>
                </a:lnTo>
                <a:lnTo>
                  <a:pt x="8946942" y="969074"/>
                </a:lnTo>
                <a:lnTo>
                  <a:pt x="8963516" y="981844"/>
                </a:lnTo>
                <a:lnTo>
                  <a:pt x="8980079" y="992429"/>
                </a:lnTo>
                <a:lnTo>
                  <a:pt x="8996640" y="986463"/>
                </a:lnTo>
                <a:lnTo>
                  <a:pt x="9013204" y="984262"/>
                </a:lnTo>
                <a:lnTo>
                  <a:pt x="9029777" y="983722"/>
                </a:lnTo>
                <a:lnTo>
                  <a:pt x="9046342" y="981044"/>
                </a:lnTo>
                <a:lnTo>
                  <a:pt x="9062901" y="980534"/>
                </a:lnTo>
                <a:lnTo>
                  <a:pt x="9079465" y="983664"/>
                </a:lnTo>
                <a:lnTo>
                  <a:pt x="9096039" y="993231"/>
                </a:lnTo>
                <a:lnTo>
                  <a:pt x="9112601" y="1001204"/>
                </a:lnTo>
                <a:lnTo>
                  <a:pt x="9129164" y="992838"/>
                </a:lnTo>
                <a:lnTo>
                  <a:pt x="9145725" y="985868"/>
                </a:lnTo>
                <a:lnTo>
                  <a:pt x="9162302" y="981149"/>
                </a:lnTo>
                <a:lnTo>
                  <a:pt x="9178862" y="979954"/>
                </a:lnTo>
                <a:lnTo>
                  <a:pt x="9195425" y="980592"/>
                </a:lnTo>
                <a:lnTo>
                  <a:pt x="9211987" y="986475"/>
                </a:lnTo>
                <a:lnTo>
                  <a:pt x="9228561" y="995839"/>
                </a:lnTo>
                <a:lnTo>
                  <a:pt x="9245125" y="974260"/>
                </a:lnTo>
                <a:lnTo>
                  <a:pt x="9261685" y="909751"/>
                </a:lnTo>
                <a:lnTo>
                  <a:pt x="9278248" y="840100"/>
                </a:lnTo>
                <a:lnTo>
                  <a:pt x="9294823" y="790456"/>
                </a:lnTo>
                <a:lnTo>
                  <a:pt x="9311386" y="872585"/>
                </a:lnTo>
                <a:lnTo>
                  <a:pt x="9327948" y="893736"/>
                </a:lnTo>
                <a:lnTo>
                  <a:pt x="9344508" y="866204"/>
                </a:lnTo>
                <a:lnTo>
                  <a:pt x="9361085" y="772264"/>
                </a:lnTo>
                <a:lnTo>
                  <a:pt x="9377646" y="750138"/>
                </a:lnTo>
                <a:lnTo>
                  <a:pt x="9394209" y="754675"/>
                </a:lnTo>
                <a:lnTo>
                  <a:pt x="9410771" y="809565"/>
                </a:lnTo>
                <a:lnTo>
                  <a:pt x="9427345" y="919670"/>
                </a:lnTo>
                <a:lnTo>
                  <a:pt x="9443907" y="827675"/>
                </a:lnTo>
                <a:lnTo>
                  <a:pt x="9460470" y="771128"/>
                </a:lnTo>
                <a:lnTo>
                  <a:pt x="9477032" y="764635"/>
                </a:lnTo>
                <a:lnTo>
                  <a:pt x="9493607" y="777464"/>
                </a:lnTo>
                <a:lnTo>
                  <a:pt x="9510168" y="833499"/>
                </a:lnTo>
                <a:lnTo>
                  <a:pt x="9526732" y="917643"/>
                </a:lnTo>
                <a:lnTo>
                  <a:pt x="9543295" y="930646"/>
                </a:lnTo>
                <a:lnTo>
                  <a:pt x="9559867" y="891173"/>
                </a:lnTo>
                <a:lnTo>
                  <a:pt x="9576430" y="882953"/>
                </a:lnTo>
                <a:lnTo>
                  <a:pt x="9592992" y="886193"/>
                </a:lnTo>
                <a:lnTo>
                  <a:pt x="9609556" y="911331"/>
                </a:lnTo>
                <a:lnTo>
                  <a:pt x="9626128" y="946467"/>
                </a:lnTo>
                <a:lnTo>
                  <a:pt x="9642691" y="978989"/>
                </a:lnTo>
                <a:lnTo>
                  <a:pt x="9659255" y="993495"/>
                </a:lnTo>
                <a:lnTo>
                  <a:pt x="9675816" y="983127"/>
                </a:lnTo>
                <a:lnTo>
                  <a:pt x="9692391" y="979882"/>
                </a:lnTo>
                <a:lnTo>
                  <a:pt x="9708953" y="980467"/>
                </a:lnTo>
                <a:lnTo>
                  <a:pt x="9725515" y="982003"/>
                </a:lnTo>
                <a:lnTo>
                  <a:pt x="9742078" y="965150"/>
                </a:lnTo>
                <a:lnTo>
                  <a:pt x="9758651" y="957208"/>
                </a:lnTo>
                <a:lnTo>
                  <a:pt x="9775215" y="957468"/>
                </a:lnTo>
                <a:lnTo>
                  <a:pt x="9791776" y="966673"/>
                </a:lnTo>
                <a:lnTo>
                  <a:pt x="9808340" y="981713"/>
                </a:lnTo>
                <a:lnTo>
                  <a:pt x="9824914" y="994326"/>
                </a:lnTo>
                <a:lnTo>
                  <a:pt x="9841475" y="980890"/>
                </a:lnTo>
                <a:lnTo>
                  <a:pt x="9858037" y="974757"/>
                </a:lnTo>
                <a:lnTo>
                  <a:pt x="9874599" y="974534"/>
                </a:lnTo>
                <a:lnTo>
                  <a:pt x="9891176" y="977449"/>
                </a:lnTo>
                <a:lnTo>
                  <a:pt x="9907738" y="983574"/>
                </a:lnTo>
                <a:lnTo>
                  <a:pt x="9924299" y="990694"/>
                </a:lnTo>
                <a:lnTo>
                  <a:pt x="9940862" y="994906"/>
                </a:lnTo>
                <a:lnTo>
                  <a:pt x="9957435" y="988086"/>
                </a:lnTo>
                <a:lnTo>
                  <a:pt x="9973998" y="983409"/>
                </a:lnTo>
                <a:lnTo>
                  <a:pt x="9990560" y="982560"/>
                </a:lnTo>
                <a:lnTo>
                  <a:pt x="10007120" y="984750"/>
                </a:lnTo>
                <a:lnTo>
                  <a:pt x="10023697" y="991701"/>
                </a:lnTo>
                <a:lnTo>
                  <a:pt x="10040259" y="996938"/>
                </a:lnTo>
                <a:lnTo>
                  <a:pt x="10056822" y="999543"/>
                </a:lnTo>
                <a:lnTo>
                  <a:pt x="10073384" y="1000688"/>
                </a:lnTo>
                <a:lnTo>
                  <a:pt x="10089956" y="992152"/>
                </a:lnTo>
                <a:lnTo>
                  <a:pt x="10106520" y="990696"/>
                </a:lnTo>
                <a:lnTo>
                  <a:pt x="10123082" y="990804"/>
                </a:lnTo>
                <a:lnTo>
                  <a:pt x="10139645" y="986985"/>
                </a:lnTo>
                <a:lnTo>
                  <a:pt x="10156219" y="985617"/>
                </a:lnTo>
                <a:lnTo>
                  <a:pt x="10172782" y="986962"/>
                </a:lnTo>
                <a:lnTo>
                  <a:pt x="10189345" y="994919"/>
                </a:lnTo>
                <a:lnTo>
                  <a:pt x="10205906" y="998308"/>
                </a:lnTo>
                <a:lnTo>
                  <a:pt x="10222480" y="994792"/>
                </a:lnTo>
                <a:lnTo>
                  <a:pt x="10239042" y="990856"/>
                </a:lnTo>
                <a:lnTo>
                  <a:pt x="10255606" y="988672"/>
                </a:lnTo>
                <a:lnTo>
                  <a:pt x="10272169" y="988709"/>
                </a:lnTo>
                <a:lnTo>
                  <a:pt x="10288743" y="990902"/>
                </a:lnTo>
                <a:lnTo>
                  <a:pt x="10305305" y="976470"/>
                </a:lnTo>
                <a:lnTo>
                  <a:pt x="10321867" y="947057"/>
                </a:lnTo>
                <a:lnTo>
                  <a:pt x="10338429" y="878171"/>
                </a:lnTo>
                <a:lnTo>
                  <a:pt x="10355004" y="857171"/>
                </a:lnTo>
                <a:lnTo>
                  <a:pt x="10371565" y="936270"/>
                </a:lnTo>
                <a:lnTo>
                  <a:pt x="10388129" y="921656"/>
                </a:lnTo>
                <a:lnTo>
                  <a:pt x="10404690" y="892572"/>
                </a:lnTo>
                <a:lnTo>
                  <a:pt x="10421265" y="846012"/>
                </a:lnTo>
                <a:lnTo>
                  <a:pt x="10437827" y="839374"/>
                </a:lnTo>
                <a:lnTo>
                  <a:pt x="10454388" y="850833"/>
                </a:lnTo>
                <a:lnTo>
                  <a:pt x="10470952" y="905632"/>
                </a:lnTo>
                <a:lnTo>
                  <a:pt x="10487525" y="934238"/>
                </a:lnTo>
                <a:lnTo>
                  <a:pt x="10504087" y="877814"/>
                </a:lnTo>
                <a:lnTo>
                  <a:pt x="10520651" y="854085"/>
                </a:lnTo>
                <a:lnTo>
                  <a:pt x="10537212" y="853138"/>
                </a:lnTo>
              </a:path>
            </a:pathLst>
          </a:custGeom>
          <a:noFill/>
          <a:ln w="11430">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2743200" cy="274320"/>
          </a:xfrm>
          <a:prstGeom prst="rect">
            <a:avLst/>
          </a:prstGeom>
          <a:noFill/>
        </p:spPr>
        <p:txBody>
          <a:bodyPr wrap="square" lIns="0" rIns="0" tIns="0" bIns="0" anchor="t">
            <a:spAutoFit/>
          </a:bodyPr>
          <a:lstStyle/>
          <a:p>
            <a:pPr algn="l"/>
            <a:r>
              <a:rPr sz="1000">
                <a:solidFill>
                  <a:srgbClr val="9A9894"/>
                </a:solidFill>
                <a:latin typeface="Fragment Mono"/>
              </a:rPr>
              <a:t>TAPS</a:t>
            </a:r>
          </a:p>
        </p:txBody>
      </p:sp>
      <p:cxnSp>
        <p:nvCxnSpPr>
          <p:cNvPr id="6" name="Connector 5"/>
          <p:cNvCxnSpPr/>
          <p:nvPr/>
        </p:nvCxnSpPr>
        <p:spPr>
          <a:xfrm>
            <a:off x="822960" y="4114800"/>
            <a:ext cx="10545775"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7" name="Freeform 6"/>
          <p:cNvSpPr/>
          <p:nvPr/>
        </p:nvSpPr>
        <p:spPr>
          <a:xfrm>
            <a:off x="831377" y="3306889"/>
            <a:ext cx="10537358" cy="799711"/>
          </a:xfrm>
          <a:custGeom>
            <a:avLst/>
            <a:gdLst/>
            <a:ahLst/>
            <a:cxnLst/>
            <a:rect l="l" t="t" r="r" b="b"/>
            <a:pathLst>
              <a:path w="10537358" h="799711">
                <a:moveTo>
                  <a:pt x="0" y="714691"/>
                </a:moveTo>
                <a:lnTo>
                  <a:pt x="19890" y="724528"/>
                </a:lnTo>
                <a:lnTo>
                  <a:pt x="39759" y="739364"/>
                </a:lnTo>
                <a:lnTo>
                  <a:pt x="59648" y="732146"/>
                </a:lnTo>
                <a:lnTo>
                  <a:pt x="79517" y="735236"/>
                </a:lnTo>
                <a:lnTo>
                  <a:pt x="99405" y="766851"/>
                </a:lnTo>
                <a:lnTo>
                  <a:pt x="119272" y="747589"/>
                </a:lnTo>
                <a:lnTo>
                  <a:pt x="139163" y="749806"/>
                </a:lnTo>
                <a:lnTo>
                  <a:pt x="159032" y="773403"/>
                </a:lnTo>
                <a:lnTo>
                  <a:pt x="178919" y="759836"/>
                </a:lnTo>
                <a:lnTo>
                  <a:pt x="198788" y="751980"/>
                </a:lnTo>
                <a:lnTo>
                  <a:pt x="218675" y="760624"/>
                </a:lnTo>
                <a:lnTo>
                  <a:pt x="238542" y="770956"/>
                </a:lnTo>
                <a:lnTo>
                  <a:pt x="258434" y="766172"/>
                </a:lnTo>
                <a:lnTo>
                  <a:pt x="278304" y="770137"/>
                </a:lnTo>
                <a:lnTo>
                  <a:pt x="298191" y="772937"/>
                </a:lnTo>
                <a:lnTo>
                  <a:pt x="318062" y="763378"/>
                </a:lnTo>
                <a:lnTo>
                  <a:pt x="337946" y="763454"/>
                </a:lnTo>
                <a:lnTo>
                  <a:pt x="357816" y="774997"/>
                </a:lnTo>
                <a:lnTo>
                  <a:pt x="377706" y="742829"/>
                </a:lnTo>
                <a:lnTo>
                  <a:pt x="397574" y="717186"/>
                </a:lnTo>
                <a:lnTo>
                  <a:pt x="417465" y="713883"/>
                </a:lnTo>
                <a:lnTo>
                  <a:pt x="437332" y="723249"/>
                </a:lnTo>
                <a:lnTo>
                  <a:pt x="457219" y="756960"/>
                </a:lnTo>
                <a:lnTo>
                  <a:pt x="477090" y="785531"/>
                </a:lnTo>
                <a:lnTo>
                  <a:pt x="496976" y="775803"/>
                </a:lnTo>
                <a:lnTo>
                  <a:pt x="516847" y="767264"/>
                </a:lnTo>
                <a:lnTo>
                  <a:pt x="536737" y="767181"/>
                </a:lnTo>
                <a:lnTo>
                  <a:pt x="556604" y="773241"/>
                </a:lnTo>
                <a:lnTo>
                  <a:pt x="576491" y="776811"/>
                </a:lnTo>
                <a:lnTo>
                  <a:pt x="596360" y="776706"/>
                </a:lnTo>
                <a:lnTo>
                  <a:pt x="616248" y="786019"/>
                </a:lnTo>
                <a:lnTo>
                  <a:pt x="636120" y="770122"/>
                </a:lnTo>
                <a:lnTo>
                  <a:pt x="656007" y="759001"/>
                </a:lnTo>
                <a:lnTo>
                  <a:pt x="675874" y="755241"/>
                </a:lnTo>
                <a:lnTo>
                  <a:pt x="695763" y="750216"/>
                </a:lnTo>
                <a:lnTo>
                  <a:pt x="715632" y="749919"/>
                </a:lnTo>
                <a:lnTo>
                  <a:pt x="735520" y="755888"/>
                </a:lnTo>
                <a:lnTo>
                  <a:pt x="755391" y="770001"/>
                </a:lnTo>
                <a:lnTo>
                  <a:pt x="775279" y="788625"/>
                </a:lnTo>
                <a:lnTo>
                  <a:pt x="795145" y="785979"/>
                </a:lnTo>
                <a:lnTo>
                  <a:pt x="815036" y="783296"/>
                </a:lnTo>
                <a:lnTo>
                  <a:pt x="834902" y="769531"/>
                </a:lnTo>
                <a:lnTo>
                  <a:pt x="854793" y="767416"/>
                </a:lnTo>
                <a:lnTo>
                  <a:pt x="874661" y="773750"/>
                </a:lnTo>
                <a:lnTo>
                  <a:pt x="894547" y="772530"/>
                </a:lnTo>
                <a:lnTo>
                  <a:pt x="914419" y="758207"/>
                </a:lnTo>
                <a:lnTo>
                  <a:pt x="934305" y="758246"/>
                </a:lnTo>
                <a:lnTo>
                  <a:pt x="954175" y="769649"/>
                </a:lnTo>
                <a:lnTo>
                  <a:pt x="974066" y="783758"/>
                </a:lnTo>
                <a:lnTo>
                  <a:pt x="993933" y="784859"/>
                </a:lnTo>
                <a:lnTo>
                  <a:pt x="1013821" y="787568"/>
                </a:lnTo>
                <a:lnTo>
                  <a:pt x="1033689" y="776135"/>
                </a:lnTo>
                <a:lnTo>
                  <a:pt x="1053577" y="768268"/>
                </a:lnTo>
                <a:lnTo>
                  <a:pt x="1073447" y="771028"/>
                </a:lnTo>
                <a:lnTo>
                  <a:pt x="1093336" y="751360"/>
                </a:lnTo>
                <a:lnTo>
                  <a:pt x="1113205" y="743018"/>
                </a:lnTo>
                <a:lnTo>
                  <a:pt x="1133092" y="744109"/>
                </a:lnTo>
                <a:lnTo>
                  <a:pt x="1152959" y="738551"/>
                </a:lnTo>
                <a:lnTo>
                  <a:pt x="1172851" y="726898"/>
                </a:lnTo>
                <a:lnTo>
                  <a:pt x="1192720" y="727430"/>
                </a:lnTo>
                <a:lnTo>
                  <a:pt x="1212609" y="740569"/>
                </a:lnTo>
                <a:lnTo>
                  <a:pt x="1232477" y="721712"/>
                </a:lnTo>
                <a:lnTo>
                  <a:pt x="1252364" y="722695"/>
                </a:lnTo>
                <a:lnTo>
                  <a:pt x="1272232" y="749366"/>
                </a:lnTo>
                <a:lnTo>
                  <a:pt x="1292121" y="720650"/>
                </a:lnTo>
                <a:lnTo>
                  <a:pt x="1311991" y="710092"/>
                </a:lnTo>
                <a:lnTo>
                  <a:pt x="1331879" y="716219"/>
                </a:lnTo>
                <a:lnTo>
                  <a:pt x="1351750" y="755013"/>
                </a:lnTo>
                <a:lnTo>
                  <a:pt x="1371636" y="745348"/>
                </a:lnTo>
                <a:lnTo>
                  <a:pt x="1391506" y="738198"/>
                </a:lnTo>
                <a:lnTo>
                  <a:pt x="1411392" y="721266"/>
                </a:lnTo>
                <a:lnTo>
                  <a:pt x="1431262" y="678830"/>
                </a:lnTo>
                <a:lnTo>
                  <a:pt x="1451152" y="677199"/>
                </a:lnTo>
                <a:lnTo>
                  <a:pt x="1471021" y="704726"/>
                </a:lnTo>
                <a:lnTo>
                  <a:pt x="1490907" y="676077"/>
                </a:lnTo>
                <a:lnTo>
                  <a:pt x="1510777" y="672787"/>
                </a:lnTo>
                <a:lnTo>
                  <a:pt x="1530666" y="695385"/>
                </a:lnTo>
                <a:lnTo>
                  <a:pt x="1550534" y="745100"/>
                </a:lnTo>
                <a:lnTo>
                  <a:pt x="1570424" y="749927"/>
                </a:lnTo>
                <a:lnTo>
                  <a:pt x="1590291" y="723828"/>
                </a:lnTo>
                <a:lnTo>
                  <a:pt x="1610181" y="721911"/>
                </a:lnTo>
                <a:lnTo>
                  <a:pt x="1630048" y="719279"/>
                </a:lnTo>
                <a:lnTo>
                  <a:pt x="1649936" y="705191"/>
                </a:lnTo>
                <a:lnTo>
                  <a:pt x="1669805" y="704681"/>
                </a:lnTo>
                <a:lnTo>
                  <a:pt x="1689695" y="716915"/>
                </a:lnTo>
                <a:lnTo>
                  <a:pt x="1709563" y="745790"/>
                </a:lnTo>
                <a:lnTo>
                  <a:pt x="1729453" y="715609"/>
                </a:lnTo>
                <a:lnTo>
                  <a:pt x="1749320" y="660762"/>
                </a:lnTo>
                <a:lnTo>
                  <a:pt x="1769208" y="606552"/>
                </a:lnTo>
                <a:lnTo>
                  <a:pt x="1789078" y="551806"/>
                </a:lnTo>
                <a:lnTo>
                  <a:pt x="1808966" y="476136"/>
                </a:lnTo>
                <a:lnTo>
                  <a:pt x="1828837" y="443605"/>
                </a:lnTo>
                <a:lnTo>
                  <a:pt x="1848723" y="451888"/>
                </a:lnTo>
                <a:lnTo>
                  <a:pt x="1868593" y="589464"/>
                </a:lnTo>
                <a:lnTo>
                  <a:pt x="1888480" y="521332"/>
                </a:lnTo>
                <a:lnTo>
                  <a:pt x="1908348" y="500186"/>
                </a:lnTo>
                <a:lnTo>
                  <a:pt x="1928238" y="559075"/>
                </a:lnTo>
                <a:lnTo>
                  <a:pt x="1948107" y="571394"/>
                </a:lnTo>
                <a:lnTo>
                  <a:pt x="1967996" y="497588"/>
                </a:lnTo>
                <a:lnTo>
                  <a:pt x="1987865" y="521600"/>
                </a:lnTo>
                <a:lnTo>
                  <a:pt x="2007753" y="546279"/>
                </a:lnTo>
                <a:lnTo>
                  <a:pt x="2027620" y="475579"/>
                </a:lnTo>
                <a:lnTo>
                  <a:pt x="2047512" y="526034"/>
                </a:lnTo>
                <a:lnTo>
                  <a:pt x="2067376" y="717517"/>
                </a:lnTo>
                <a:lnTo>
                  <a:pt x="2087267" y="720783"/>
                </a:lnTo>
                <a:lnTo>
                  <a:pt x="2107138" y="658648"/>
                </a:lnTo>
                <a:lnTo>
                  <a:pt x="2127024" y="595523"/>
                </a:lnTo>
                <a:lnTo>
                  <a:pt x="2146893" y="547093"/>
                </a:lnTo>
                <a:lnTo>
                  <a:pt x="2166782" y="506933"/>
                </a:lnTo>
                <a:lnTo>
                  <a:pt x="2186651" y="493978"/>
                </a:lnTo>
                <a:lnTo>
                  <a:pt x="2206538" y="496674"/>
                </a:lnTo>
                <a:lnTo>
                  <a:pt x="2226408" y="528948"/>
                </a:lnTo>
                <a:lnTo>
                  <a:pt x="2246297" y="545209"/>
                </a:lnTo>
                <a:lnTo>
                  <a:pt x="2266166" y="500602"/>
                </a:lnTo>
                <a:lnTo>
                  <a:pt x="2286055" y="470767"/>
                </a:lnTo>
                <a:lnTo>
                  <a:pt x="2305922" y="413061"/>
                </a:lnTo>
                <a:lnTo>
                  <a:pt x="2325810" y="342324"/>
                </a:lnTo>
                <a:lnTo>
                  <a:pt x="2345678" y="312952"/>
                </a:lnTo>
                <a:lnTo>
                  <a:pt x="2365569" y="312397"/>
                </a:lnTo>
                <a:lnTo>
                  <a:pt x="2385438" y="338938"/>
                </a:lnTo>
                <a:lnTo>
                  <a:pt x="2405325" y="475909"/>
                </a:lnTo>
                <a:lnTo>
                  <a:pt x="2425193" y="513920"/>
                </a:lnTo>
                <a:lnTo>
                  <a:pt x="2445083" y="504266"/>
                </a:lnTo>
                <a:lnTo>
                  <a:pt x="2464951" y="520908"/>
                </a:lnTo>
                <a:lnTo>
                  <a:pt x="2484844" y="504330"/>
                </a:lnTo>
                <a:lnTo>
                  <a:pt x="2504708" y="502426"/>
                </a:lnTo>
                <a:lnTo>
                  <a:pt x="2524596" y="498848"/>
                </a:lnTo>
                <a:lnTo>
                  <a:pt x="2544468" y="499980"/>
                </a:lnTo>
                <a:lnTo>
                  <a:pt x="2564353" y="600242"/>
                </a:lnTo>
                <a:lnTo>
                  <a:pt x="2584223" y="579874"/>
                </a:lnTo>
                <a:lnTo>
                  <a:pt x="2604112" y="564153"/>
                </a:lnTo>
                <a:lnTo>
                  <a:pt x="2623982" y="649606"/>
                </a:lnTo>
                <a:lnTo>
                  <a:pt x="2643869" y="521342"/>
                </a:lnTo>
                <a:lnTo>
                  <a:pt x="2663737" y="391741"/>
                </a:lnTo>
                <a:lnTo>
                  <a:pt x="2683623" y="233574"/>
                </a:lnTo>
                <a:lnTo>
                  <a:pt x="2703497" y="46544"/>
                </a:lnTo>
                <a:lnTo>
                  <a:pt x="2723383" y="0"/>
                </a:lnTo>
                <a:lnTo>
                  <a:pt x="2743253" y="54480"/>
                </a:lnTo>
                <a:lnTo>
                  <a:pt x="2763143" y="229358"/>
                </a:lnTo>
                <a:lnTo>
                  <a:pt x="2783007" y="212820"/>
                </a:lnTo>
                <a:lnTo>
                  <a:pt x="2802899" y="322898"/>
                </a:lnTo>
                <a:lnTo>
                  <a:pt x="2822768" y="582366"/>
                </a:lnTo>
                <a:lnTo>
                  <a:pt x="2842656" y="539020"/>
                </a:lnTo>
                <a:lnTo>
                  <a:pt x="2862524" y="539890"/>
                </a:lnTo>
                <a:lnTo>
                  <a:pt x="2882412" y="581344"/>
                </a:lnTo>
                <a:lnTo>
                  <a:pt x="2902281" y="613455"/>
                </a:lnTo>
                <a:lnTo>
                  <a:pt x="2922174" y="498023"/>
                </a:lnTo>
                <a:lnTo>
                  <a:pt x="2942039" y="379210"/>
                </a:lnTo>
                <a:lnTo>
                  <a:pt x="2961927" y="347131"/>
                </a:lnTo>
                <a:lnTo>
                  <a:pt x="2981797" y="456533"/>
                </a:lnTo>
                <a:lnTo>
                  <a:pt x="3001683" y="693761"/>
                </a:lnTo>
                <a:lnTo>
                  <a:pt x="3021554" y="703815"/>
                </a:lnTo>
                <a:lnTo>
                  <a:pt x="3041441" y="525958"/>
                </a:lnTo>
                <a:lnTo>
                  <a:pt x="3061312" y="492143"/>
                </a:lnTo>
                <a:lnTo>
                  <a:pt x="3081200" y="547591"/>
                </a:lnTo>
                <a:lnTo>
                  <a:pt x="3101068" y="620535"/>
                </a:lnTo>
                <a:lnTo>
                  <a:pt x="3120954" y="571188"/>
                </a:lnTo>
                <a:lnTo>
                  <a:pt x="3140827" y="545966"/>
                </a:lnTo>
                <a:lnTo>
                  <a:pt x="3160713" y="544861"/>
                </a:lnTo>
                <a:lnTo>
                  <a:pt x="3180585" y="558700"/>
                </a:lnTo>
                <a:lnTo>
                  <a:pt x="3200473" y="622863"/>
                </a:lnTo>
                <a:lnTo>
                  <a:pt x="3220339" y="569602"/>
                </a:lnTo>
                <a:lnTo>
                  <a:pt x="3240229" y="520707"/>
                </a:lnTo>
                <a:lnTo>
                  <a:pt x="3260096" y="512007"/>
                </a:lnTo>
                <a:lnTo>
                  <a:pt x="3279987" y="513720"/>
                </a:lnTo>
                <a:lnTo>
                  <a:pt x="3299855" y="542864"/>
                </a:lnTo>
                <a:lnTo>
                  <a:pt x="3319744" y="603609"/>
                </a:lnTo>
                <a:lnTo>
                  <a:pt x="3339614" y="680990"/>
                </a:lnTo>
                <a:lnTo>
                  <a:pt x="3359500" y="612898"/>
                </a:lnTo>
                <a:lnTo>
                  <a:pt x="3379370" y="585877"/>
                </a:lnTo>
                <a:lnTo>
                  <a:pt x="3399258" y="582056"/>
                </a:lnTo>
                <a:lnTo>
                  <a:pt x="3419129" y="589273"/>
                </a:lnTo>
                <a:lnTo>
                  <a:pt x="3439014" y="618563"/>
                </a:lnTo>
                <a:lnTo>
                  <a:pt x="3458885" y="629062"/>
                </a:lnTo>
                <a:lnTo>
                  <a:pt x="3478771" y="640440"/>
                </a:lnTo>
                <a:lnTo>
                  <a:pt x="3498642" y="675333"/>
                </a:lnTo>
                <a:lnTo>
                  <a:pt x="3518531" y="707182"/>
                </a:lnTo>
                <a:lnTo>
                  <a:pt x="3538398" y="712152"/>
                </a:lnTo>
                <a:lnTo>
                  <a:pt x="3558286" y="712435"/>
                </a:lnTo>
                <a:lnTo>
                  <a:pt x="3578157" y="722462"/>
                </a:lnTo>
                <a:lnTo>
                  <a:pt x="3598044" y="728455"/>
                </a:lnTo>
                <a:lnTo>
                  <a:pt x="3617911" y="725545"/>
                </a:lnTo>
                <a:lnTo>
                  <a:pt x="3637801" y="729760"/>
                </a:lnTo>
                <a:lnTo>
                  <a:pt x="3657670" y="757057"/>
                </a:lnTo>
                <a:lnTo>
                  <a:pt x="3677560" y="762089"/>
                </a:lnTo>
                <a:lnTo>
                  <a:pt x="3695773" y="724982"/>
                </a:lnTo>
                <a:lnTo>
                  <a:pt x="3712338" y="701665"/>
                </a:lnTo>
                <a:lnTo>
                  <a:pt x="3728911" y="689843"/>
                </a:lnTo>
                <a:lnTo>
                  <a:pt x="3745475" y="688810"/>
                </a:lnTo>
                <a:lnTo>
                  <a:pt x="3762036" y="694572"/>
                </a:lnTo>
                <a:lnTo>
                  <a:pt x="3778601" y="717762"/>
                </a:lnTo>
                <a:lnTo>
                  <a:pt x="3795172" y="746728"/>
                </a:lnTo>
                <a:lnTo>
                  <a:pt x="3811736" y="764365"/>
                </a:lnTo>
                <a:lnTo>
                  <a:pt x="3828301" y="778795"/>
                </a:lnTo>
                <a:lnTo>
                  <a:pt x="3844862" y="758929"/>
                </a:lnTo>
                <a:lnTo>
                  <a:pt x="3861438" y="735185"/>
                </a:lnTo>
                <a:lnTo>
                  <a:pt x="3877998" y="719537"/>
                </a:lnTo>
                <a:lnTo>
                  <a:pt x="3894563" y="704571"/>
                </a:lnTo>
                <a:lnTo>
                  <a:pt x="3911121" y="696017"/>
                </a:lnTo>
                <a:lnTo>
                  <a:pt x="3927700" y="696022"/>
                </a:lnTo>
                <a:lnTo>
                  <a:pt x="3944260" y="704166"/>
                </a:lnTo>
                <a:lnTo>
                  <a:pt x="3960825" y="723268"/>
                </a:lnTo>
                <a:lnTo>
                  <a:pt x="3977386" y="749622"/>
                </a:lnTo>
                <a:lnTo>
                  <a:pt x="3993961" y="732609"/>
                </a:lnTo>
                <a:lnTo>
                  <a:pt x="4010524" y="635539"/>
                </a:lnTo>
                <a:lnTo>
                  <a:pt x="4027086" y="550584"/>
                </a:lnTo>
                <a:lnTo>
                  <a:pt x="4043648" y="519882"/>
                </a:lnTo>
                <a:lnTo>
                  <a:pt x="4060220" y="519943"/>
                </a:lnTo>
                <a:lnTo>
                  <a:pt x="4076784" y="540391"/>
                </a:lnTo>
                <a:lnTo>
                  <a:pt x="4093348" y="577918"/>
                </a:lnTo>
                <a:lnTo>
                  <a:pt x="4109912" y="632604"/>
                </a:lnTo>
                <a:lnTo>
                  <a:pt x="4126485" y="658387"/>
                </a:lnTo>
                <a:lnTo>
                  <a:pt x="4143047" y="563557"/>
                </a:lnTo>
                <a:lnTo>
                  <a:pt x="4159611" y="482063"/>
                </a:lnTo>
                <a:lnTo>
                  <a:pt x="4176171" y="461703"/>
                </a:lnTo>
                <a:lnTo>
                  <a:pt x="4192747" y="468477"/>
                </a:lnTo>
                <a:lnTo>
                  <a:pt x="4209310" y="516107"/>
                </a:lnTo>
                <a:lnTo>
                  <a:pt x="4225873" y="580486"/>
                </a:lnTo>
                <a:lnTo>
                  <a:pt x="4242434" y="660860"/>
                </a:lnTo>
                <a:lnTo>
                  <a:pt x="4259010" y="746456"/>
                </a:lnTo>
                <a:lnTo>
                  <a:pt x="4275573" y="689286"/>
                </a:lnTo>
                <a:lnTo>
                  <a:pt x="4292136" y="644459"/>
                </a:lnTo>
                <a:lnTo>
                  <a:pt x="4308698" y="617680"/>
                </a:lnTo>
                <a:lnTo>
                  <a:pt x="4325273" y="609172"/>
                </a:lnTo>
                <a:lnTo>
                  <a:pt x="4341833" y="610523"/>
                </a:lnTo>
                <a:lnTo>
                  <a:pt x="4358397" y="634246"/>
                </a:lnTo>
                <a:lnTo>
                  <a:pt x="4374961" y="656292"/>
                </a:lnTo>
                <a:lnTo>
                  <a:pt x="4391533" y="618570"/>
                </a:lnTo>
                <a:lnTo>
                  <a:pt x="4408097" y="587438"/>
                </a:lnTo>
                <a:lnTo>
                  <a:pt x="4424658" y="571909"/>
                </a:lnTo>
                <a:lnTo>
                  <a:pt x="4441224" y="534394"/>
                </a:lnTo>
                <a:lnTo>
                  <a:pt x="4457794" y="440390"/>
                </a:lnTo>
                <a:lnTo>
                  <a:pt x="4474360" y="315520"/>
                </a:lnTo>
                <a:lnTo>
                  <a:pt x="4490920" y="285746"/>
                </a:lnTo>
                <a:lnTo>
                  <a:pt x="4507482" y="310926"/>
                </a:lnTo>
                <a:lnTo>
                  <a:pt x="4524057" y="394950"/>
                </a:lnTo>
                <a:lnTo>
                  <a:pt x="4540622" y="441975"/>
                </a:lnTo>
                <a:lnTo>
                  <a:pt x="4557183" y="509260"/>
                </a:lnTo>
                <a:lnTo>
                  <a:pt x="4573747" y="569651"/>
                </a:lnTo>
                <a:lnTo>
                  <a:pt x="4590322" y="534073"/>
                </a:lnTo>
                <a:lnTo>
                  <a:pt x="4606883" y="352745"/>
                </a:lnTo>
                <a:lnTo>
                  <a:pt x="4623444" y="317443"/>
                </a:lnTo>
                <a:lnTo>
                  <a:pt x="4640009" y="332968"/>
                </a:lnTo>
                <a:lnTo>
                  <a:pt x="4656584" y="446670"/>
                </a:lnTo>
                <a:lnTo>
                  <a:pt x="4673145" y="481396"/>
                </a:lnTo>
                <a:lnTo>
                  <a:pt x="4689707" y="485469"/>
                </a:lnTo>
                <a:lnTo>
                  <a:pt x="4706272" y="565997"/>
                </a:lnTo>
                <a:lnTo>
                  <a:pt x="4722844" y="613314"/>
                </a:lnTo>
                <a:lnTo>
                  <a:pt x="4739409" y="601653"/>
                </a:lnTo>
                <a:lnTo>
                  <a:pt x="4755970" y="578719"/>
                </a:lnTo>
                <a:lnTo>
                  <a:pt x="4772533" y="575477"/>
                </a:lnTo>
                <a:lnTo>
                  <a:pt x="4789109" y="587086"/>
                </a:lnTo>
                <a:lnTo>
                  <a:pt x="4805671" y="606433"/>
                </a:lnTo>
                <a:lnTo>
                  <a:pt x="4822230" y="613958"/>
                </a:lnTo>
                <a:lnTo>
                  <a:pt x="4838792" y="550255"/>
                </a:lnTo>
                <a:lnTo>
                  <a:pt x="4855369" y="487164"/>
                </a:lnTo>
                <a:lnTo>
                  <a:pt x="4871933" y="400784"/>
                </a:lnTo>
                <a:lnTo>
                  <a:pt x="4888494" y="313373"/>
                </a:lnTo>
                <a:lnTo>
                  <a:pt x="4905059" y="333543"/>
                </a:lnTo>
                <a:lnTo>
                  <a:pt x="4921634" y="475208"/>
                </a:lnTo>
                <a:lnTo>
                  <a:pt x="4938194" y="271756"/>
                </a:lnTo>
                <a:lnTo>
                  <a:pt x="4954757" y="265345"/>
                </a:lnTo>
                <a:lnTo>
                  <a:pt x="4971319" y="323302"/>
                </a:lnTo>
                <a:lnTo>
                  <a:pt x="4987894" y="423910"/>
                </a:lnTo>
                <a:lnTo>
                  <a:pt x="5004456" y="518980"/>
                </a:lnTo>
                <a:lnTo>
                  <a:pt x="5021022" y="587072"/>
                </a:lnTo>
                <a:lnTo>
                  <a:pt x="5037583" y="638111"/>
                </a:lnTo>
                <a:lnTo>
                  <a:pt x="5054155" y="685268"/>
                </a:lnTo>
                <a:lnTo>
                  <a:pt x="5070719" y="686498"/>
                </a:lnTo>
                <a:lnTo>
                  <a:pt x="5087282" y="646981"/>
                </a:lnTo>
                <a:lnTo>
                  <a:pt x="5103845" y="616018"/>
                </a:lnTo>
                <a:lnTo>
                  <a:pt x="5120419" y="609588"/>
                </a:lnTo>
                <a:lnTo>
                  <a:pt x="5136982" y="602269"/>
                </a:lnTo>
                <a:lnTo>
                  <a:pt x="5153542" y="601368"/>
                </a:lnTo>
                <a:lnTo>
                  <a:pt x="5170108" y="616532"/>
                </a:lnTo>
                <a:lnTo>
                  <a:pt x="5186680" y="661207"/>
                </a:lnTo>
                <a:lnTo>
                  <a:pt x="5203243" y="702706"/>
                </a:lnTo>
                <a:lnTo>
                  <a:pt x="5219806" y="662536"/>
                </a:lnTo>
                <a:lnTo>
                  <a:pt x="5236371" y="629239"/>
                </a:lnTo>
                <a:lnTo>
                  <a:pt x="5252945" y="623077"/>
                </a:lnTo>
                <a:lnTo>
                  <a:pt x="5269503" y="627196"/>
                </a:lnTo>
                <a:lnTo>
                  <a:pt x="5286069" y="655722"/>
                </a:lnTo>
                <a:lnTo>
                  <a:pt x="5302631" y="700124"/>
                </a:lnTo>
                <a:lnTo>
                  <a:pt x="5319205" y="686866"/>
                </a:lnTo>
                <a:lnTo>
                  <a:pt x="5335766" y="651366"/>
                </a:lnTo>
                <a:lnTo>
                  <a:pt x="5352333" y="641091"/>
                </a:lnTo>
                <a:lnTo>
                  <a:pt x="5368893" y="645044"/>
                </a:lnTo>
                <a:lnTo>
                  <a:pt x="5385468" y="683016"/>
                </a:lnTo>
                <a:lnTo>
                  <a:pt x="5402031" y="572326"/>
                </a:lnTo>
                <a:lnTo>
                  <a:pt x="5418593" y="464530"/>
                </a:lnTo>
                <a:lnTo>
                  <a:pt x="5435155" y="495553"/>
                </a:lnTo>
                <a:lnTo>
                  <a:pt x="5451730" y="552249"/>
                </a:lnTo>
                <a:lnTo>
                  <a:pt x="5468292" y="542036"/>
                </a:lnTo>
                <a:lnTo>
                  <a:pt x="5484855" y="537528"/>
                </a:lnTo>
                <a:lnTo>
                  <a:pt x="5501417" y="533408"/>
                </a:lnTo>
                <a:lnTo>
                  <a:pt x="5517992" y="565442"/>
                </a:lnTo>
                <a:lnTo>
                  <a:pt x="5534555" y="568458"/>
                </a:lnTo>
                <a:lnTo>
                  <a:pt x="5551118" y="585683"/>
                </a:lnTo>
                <a:lnTo>
                  <a:pt x="5567683" y="611434"/>
                </a:lnTo>
                <a:lnTo>
                  <a:pt x="5584254" y="648028"/>
                </a:lnTo>
                <a:lnTo>
                  <a:pt x="5600818" y="655080"/>
                </a:lnTo>
                <a:lnTo>
                  <a:pt x="5617380" y="680147"/>
                </a:lnTo>
                <a:lnTo>
                  <a:pt x="5633940" y="736597"/>
                </a:lnTo>
                <a:lnTo>
                  <a:pt x="5650514" y="702449"/>
                </a:lnTo>
                <a:lnTo>
                  <a:pt x="5667080" y="692434"/>
                </a:lnTo>
                <a:lnTo>
                  <a:pt x="5683644" y="654825"/>
                </a:lnTo>
                <a:lnTo>
                  <a:pt x="5700203" y="609691"/>
                </a:lnTo>
                <a:lnTo>
                  <a:pt x="5716781" y="590616"/>
                </a:lnTo>
                <a:lnTo>
                  <a:pt x="5733342" y="586581"/>
                </a:lnTo>
                <a:lnTo>
                  <a:pt x="5749904" y="574147"/>
                </a:lnTo>
                <a:lnTo>
                  <a:pt x="5766466" y="565309"/>
                </a:lnTo>
                <a:lnTo>
                  <a:pt x="5783042" y="565716"/>
                </a:lnTo>
                <a:lnTo>
                  <a:pt x="5799602" y="579748"/>
                </a:lnTo>
                <a:lnTo>
                  <a:pt x="5816167" y="572915"/>
                </a:lnTo>
                <a:lnTo>
                  <a:pt x="5832731" y="573763"/>
                </a:lnTo>
                <a:lnTo>
                  <a:pt x="5849303" y="626203"/>
                </a:lnTo>
                <a:lnTo>
                  <a:pt x="5865867" y="676318"/>
                </a:lnTo>
                <a:lnTo>
                  <a:pt x="5882430" y="644575"/>
                </a:lnTo>
                <a:lnTo>
                  <a:pt x="5898991" y="635291"/>
                </a:lnTo>
                <a:lnTo>
                  <a:pt x="5915566" y="634913"/>
                </a:lnTo>
                <a:lnTo>
                  <a:pt x="5932132" y="637188"/>
                </a:lnTo>
                <a:lnTo>
                  <a:pt x="5948692" y="641090"/>
                </a:lnTo>
                <a:lnTo>
                  <a:pt x="5965254" y="640934"/>
                </a:lnTo>
                <a:lnTo>
                  <a:pt x="5981829" y="642277"/>
                </a:lnTo>
                <a:lnTo>
                  <a:pt x="5998392" y="636967"/>
                </a:lnTo>
                <a:lnTo>
                  <a:pt x="6014952" y="635324"/>
                </a:lnTo>
                <a:lnTo>
                  <a:pt x="6031517" y="636412"/>
                </a:lnTo>
                <a:lnTo>
                  <a:pt x="6048093" y="642496"/>
                </a:lnTo>
                <a:lnTo>
                  <a:pt x="6064655" y="654881"/>
                </a:lnTo>
                <a:lnTo>
                  <a:pt x="6081216" y="674392"/>
                </a:lnTo>
                <a:lnTo>
                  <a:pt x="6097781" y="692480"/>
                </a:lnTo>
                <a:lnTo>
                  <a:pt x="6114354" y="712605"/>
                </a:lnTo>
                <a:lnTo>
                  <a:pt x="6130916" y="685095"/>
                </a:lnTo>
                <a:lnTo>
                  <a:pt x="6147479" y="623311"/>
                </a:lnTo>
                <a:lnTo>
                  <a:pt x="6164043" y="625269"/>
                </a:lnTo>
                <a:lnTo>
                  <a:pt x="6180616" y="705370"/>
                </a:lnTo>
                <a:lnTo>
                  <a:pt x="6197179" y="705913"/>
                </a:lnTo>
                <a:lnTo>
                  <a:pt x="6213742" y="698247"/>
                </a:lnTo>
                <a:lnTo>
                  <a:pt x="6230303" y="725281"/>
                </a:lnTo>
                <a:lnTo>
                  <a:pt x="6246881" y="722661"/>
                </a:lnTo>
                <a:lnTo>
                  <a:pt x="6263443" y="721093"/>
                </a:lnTo>
                <a:lnTo>
                  <a:pt x="6280002" y="710924"/>
                </a:lnTo>
                <a:lnTo>
                  <a:pt x="6296566" y="676853"/>
                </a:lnTo>
                <a:lnTo>
                  <a:pt x="6313140" y="660263"/>
                </a:lnTo>
                <a:lnTo>
                  <a:pt x="6329704" y="642372"/>
                </a:lnTo>
                <a:lnTo>
                  <a:pt x="6346264" y="617978"/>
                </a:lnTo>
                <a:lnTo>
                  <a:pt x="6362828" y="614745"/>
                </a:lnTo>
                <a:lnTo>
                  <a:pt x="6379403" y="618934"/>
                </a:lnTo>
                <a:lnTo>
                  <a:pt x="6395965" y="637327"/>
                </a:lnTo>
                <a:lnTo>
                  <a:pt x="6412528" y="672907"/>
                </a:lnTo>
                <a:lnTo>
                  <a:pt x="6429092" y="710435"/>
                </a:lnTo>
                <a:lnTo>
                  <a:pt x="6445665" y="732927"/>
                </a:lnTo>
                <a:lnTo>
                  <a:pt x="6462228" y="736803"/>
                </a:lnTo>
                <a:lnTo>
                  <a:pt x="6478791" y="705936"/>
                </a:lnTo>
                <a:lnTo>
                  <a:pt x="6495352" y="699566"/>
                </a:lnTo>
                <a:lnTo>
                  <a:pt x="6511928" y="710325"/>
                </a:lnTo>
                <a:lnTo>
                  <a:pt x="6528490" y="678548"/>
                </a:lnTo>
                <a:lnTo>
                  <a:pt x="6545053" y="666557"/>
                </a:lnTo>
                <a:lnTo>
                  <a:pt x="6561611" y="671043"/>
                </a:lnTo>
                <a:lnTo>
                  <a:pt x="6578193" y="711619"/>
                </a:lnTo>
                <a:lnTo>
                  <a:pt x="6594752" y="748368"/>
                </a:lnTo>
                <a:lnTo>
                  <a:pt x="6611316" y="724363"/>
                </a:lnTo>
                <a:lnTo>
                  <a:pt x="6627880" y="713316"/>
                </a:lnTo>
                <a:lnTo>
                  <a:pt x="6644452" y="703354"/>
                </a:lnTo>
                <a:lnTo>
                  <a:pt x="6661015" y="706771"/>
                </a:lnTo>
                <a:lnTo>
                  <a:pt x="6677577" y="736599"/>
                </a:lnTo>
                <a:lnTo>
                  <a:pt x="6694143" y="731501"/>
                </a:lnTo>
                <a:lnTo>
                  <a:pt x="6710714" y="713399"/>
                </a:lnTo>
                <a:lnTo>
                  <a:pt x="6727278" y="687066"/>
                </a:lnTo>
                <a:lnTo>
                  <a:pt x="6743841" y="678031"/>
                </a:lnTo>
                <a:lnTo>
                  <a:pt x="6760404" y="679564"/>
                </a:lnTo>
                <a:lnTo>
                  <a:pt x="6776977" y="695121"/>
                </a:lnTo>
                <a:lnTo>
                  <a:pt x="6793540" y="718700"/>
                </a:lnTo>
                <a:lnTo>
                  <a:pt x="6810104" y="746893"/>
                </a:lnTo>
                <a:lnTo>
                  <a:pt x="6826665" y="749055"/>
                </a:lnTo>
                <a:lnTo>
                  <a:pt x="6843240" y="732672"/>
                </a:lnTo>
                <a:lnTo>
                  <a:pt x="6859802" y="720439"/>
                </a:lnTo>
                <a:lnTo>
                  <a:pt x="6876364" y="714865"/>
                </a:lnTo>
                <a:lnTo>
                  <a:pt x="6892927" y="714844"/>
                </a:lnTo>
                <a:lnTo>
                  <a:pt x="6909502" y="718659"/>
                </a:lnTo>
                <a:lnTo>
                  <a:pt x="6926062" y="722321"/>
                </a:lnTo>
                <a:lnTo>
                  <a:pt x="6942627" y="713460"/>
                </a:lnTo>
                <a:lnTo>
                  <a:pt x="6959191" y="711312"/>
                </a:lnTo>
                <a:lnTo>
                  <a:pt x="6975764" y="715214"/>
                </a:lnTo>
                <a:lnTo>
                  <a:pt x="6992327" y="728139"/>
                </a:lnTo>
                <a:lnTo>
                  <a:pt x="7008892" y="734818"/>
                </a:lnTo>
                <a:lnTo>
                  <a:pt x="7025452" y="726225"/>
                </a:lnTo>
                <a:lnTo>
                  <a:pt x="7042024" y="708784"/>
                </a:lnTo>
                <a:lnTo>
                  <a:pt x="7058590" y="683878"/>
                </a:lnTo>
                <a:lnTo>
                  <a:pt x="7075153" y="660082"/>
                </a:lnTo>
                <a:lnTo>
                  <a:pt x="7091715" y="648740"/>
                </a:lnTo>
                <a:lnTo>
                  <a:pt x="7108287" y="647486"/>
                </a:lnTo>
                <a:lnTo>
                  <a:pt x="7124853" y="648104"/>
                </a:lnTo>
                <a:lnTo>
                  <a:pt x="7141414" y="649369"/>
                </a:lnTo>
                <a:lnTo>
                  <a:pt x="7157977" y="650783"/>
                </a:lnTo>
                <a:lnTo>
                  <a:pt x="7174555" y="660578"/>
                </a:lnTo>
                <a:lnTo>
                  <a:pt x="7191113" y="683179"/>
                </a:lnTo>
                <a:lnTo>
                  <a:pt x="7207676" y="694868"/>
                </a:lnTo>
                <a:lnTo>
                  <a:pt x="7224240" y="669867"/>
                </a:lnTo>
                <a:lnTo>
                  <a:pt x="7240814" y="652799"/>
                </a:lnTo>
                <a:lnTo>
                  <a:pt x="7257374" y="651893"/>
                </a:lnTo>
                <a:lnTo>
                  <a:pt x="7273939" y="652706"/>
                </a:lnTo>
                <a:lnTo>
                  <a:pt x="7290501" y="638480"/>
                </a:lnTo>
                <a:lnTo>
                  <a:pt x="7307074" y="622210"/>
                </a:lnTo>
                <a:lnTo>
                  <a:pt x="7323639" y="596619"/>
                </a:lnTo>
                <a:lnTo>
                  <a:pt x="7340201" y="588222"/>
                </a:lnTo>
                <a:lnTo>
                  <a:pt x="7356763" y="599241"/>
                </a:lnTo>
                <a:lnTo>
                  <a:pt x="7373339" y="662527"/>
                </a:lnTo>
                <a:lnTo>
                  <a:pt x="7389902" y="735982"/>
                </a:lnTo>
                <a:lnTo>
                  <a:pt x="7406464" y="726245"/>
                </a:lnTo>
                <a:lnTo>
                  <a:pt x="7423027" y="712121"/>
                </a:lnTo>
                <a:lnTo>
                  <a:pt x="7439601" y="701340"/>
                </a:lnTo>
                <a:lnTo>
                  <a:pt x="7456165" y="684071"/>
                </a:lnTo>
                <a:lnTo>
                  <a:pt x="7472722" y="669016"/>
                </a:lnTo>
                <a:lnTo>
                  <a:pt x="7489289" y="655617"/>
                </a:lnTo>
                <a:lnTo>
                  <a:pt x="7505864" y="650428"/>
                </a:lnTo>
                <a:lnTo>
                  <a:pt x="7522426" y="650764"/>
                </a:lnTo>
                <a:lnTo>
                  <a:pt x="7538988" y="654710"/>
                </a:lnTo>
                <a:lnTo>
                  <a:pt x="7555551" y="649568"/>
                </a:lnTo>
                <a:lnTo>
                  <a:pt x="7572124" y="644667"/>
                </a:lnTo>
                <a:lnTo>
                  <a:pt x="7588687" y="644517"/>
                </a:lnTo>
                <a:lnTo>
                  <a:pt x="7605251" y="651252"/>
                </a:lnTo>
                <a:lnTo>
                  <a:pt x="7621813" y="673750"/>
                </a:lnTo>
                <a:lnTo>
                  <a:pt x="7638388" y="714360"/>
                </a:lnTo>
                <a:lnTo>
                  <a:pt x="7654952" y="751224"/>
                </a:lnTo>
                <a:lnTo>
                  <a:pt x="7671512" y="739968"/>
                </a:lnTo>
                <a:lnTo>
                  <a:pt x="7688075" y="729525"/>
                </a:lnTo>
                <a:lnTo>
                  <a:pt x="7704650" y="728189"/>
                </a:lnTo>
                <a:lnTo>
                  <a:pt x="7721214" y="731843"/>
                </a:lnTo>
                <a:lnTo>
                  <a:pt x="7737774" y="734127"/>
                </a:lnTo>
                <a:lnTo>
                  <a:pt x="7754338" y="722422"/>
                </a:lnTo>
                <a:lnTo>
                  <a:pt x="7770915" y="708887"/>
                </a:lnTo>
                <a:lnTo>
                  <a:pt x="7787476" y="694873"/>
                </a:lnTo>
                <a:lnTo>
                  <a:pt x="7804038" y="689344"/>
                </a:lnTo>
                <a:lnTo>
                  <a:pt x="7820603" y="689731"/>
                </a:lnTo>
                <a:lnTo>
                  <a:pt x="7837173" y="695290"/>
                </a:lnTo>
                <a:lnTo>
                  <a:pt x="7853735" y="702430"/>
                </a:lnTo>
                <a:lnTo>
                  <a:pt x="7870300" y="719252"/>
                </a:lnTo>
                <a:lnTo>
                  <a:pt x="7886864" y="749051"/>
                </a:lnTo>
                <a:lnTo>
                  <a:pt x="7903437" y="745653"/>
                </a:lnTo>
                <a:lnTo>
                  <a:pt x="7920000" y="706048"/>
                </a:lnTo>
                <a:lnTo>
                  <a:pt x="7936563" y="703139"/>
                </a:lnTo>
                <a:lnTo>
                  <a:pt x="7953123" y="726248"/>
                </a:lnTo>
                <a:lnTo>
                  <a:pt x="7969703" y="777289"/>
                </a:lnTo>
                <a:lnTo>
                  <a:pt x="7986263" y="763513"/>
                </a:lnTo>
                <a:lnTo>
                  <a:pt x="8002825" y="756497"/>
                </a:lnTo>
                <a:lnTo>
                  <a:pt x="8019390" y="757170"/>
                </a:lnTo>
                <a:lnTo>
                  <a:pt x="8035963" y="757198"/>
                </a:lnTo>
                <a:lnTo>
                  <a:pt x="8052524" y="732338"/>
                </a:lnTo>
                <a:lnTo>
                  <a:pt x="8069087" y="726981"/>
                </a:lnTo>
                <a:lnTo>
                  <a:pt x="8085653" y="729698"/>
                </a:lnTo>
                <a:lnTo>
                  <a:pt x="8102225" y="736432"/>
                </a:lnTo>
                <a:lnTo>
                  <a:pt x="8118784" y="735372"/>
                </a:lnTo>
                <a:lnTo>
                  <a:pt x="8135351" y="735723"/>
                </a:lnTo>
                <a:lnTo>
                  <a:pt x="8151913" y="732814"/>
                </a:lnTo>
                <a:lnTo>
                  <a:pt x="8168486" y="732615"/>
                </a:lnTo>
                <a:lnTo>
                  <a:pt x="8185050" y="734996"/>
                </a:lnTo>
                <a:lnTo>
                  <a:pt x="8201614" y="738790"/>
                </a:lnTo>
                <a:lnTo>
                  <a:pt x="8218174" y="729864"/>
                </a:lnTo>
                <a:lnTo>
                  <a:pt x="8234749" y="724201"/>
                </a:lnTo>
                <a:lnTo>
                  <a:pt x="8251310" y="723527"/>
                </a:lnTo>
                <a:lnTo>
                  <a:pt x="8267874" y="723172"/>
                </a:lnTo>
                <a:lnTo>
                  <a:pt x="8284436" y="716907"/>
                </a:lnTo>
                <a:lnTo>
                  <a:pt x="8301012" y="717274"/>
                </a:lnTo>
                <a:lnTo>
                  <a:pt x="8317574" y="748971"/>
                </a:lnTo>
                <a:lnTo>
                  <a:pt x="8334138" y="701183"/>
                </a:lnTo>
                <a:lnTo>
                  <a:pt x="8350699" y="688561"/>
                </a:lnTo>
                <a:lnTo>
                  <a:pt x="8367273" y="703851"/>
                </a:lnTo>
                <a:lnTo>
                  <a:pt x="8383836" y="746689"/>
                </a:lnTo>
                <a:lnTo>
                  <a:pt x="8400402" y="766253"/>
                </a:lnTo>
                <a:lnTo>
                  <a:pt x="8416964" y="732453"/>
                </a:lnTo>
                <a:lnTo>
                  <a:pt x="8433535" y="723672"/>
                </a:lnTo>
                <a:lnTo>
                  <a:pt x="8450101" y="727990"/>
                </a:lnTo>
                <a:lnTo>
                  <a:pt x="8466663" y="736978"/>
                </a:lnTo>
                <a:lnTo>
                  <a:pt x="8483223" y="731445"/>
                </a:lnTo>
                <a:lnTo>
                  <a:pt x="8499796" y="720228"/>
                </a:lnTo>
                <a:lnTo>
                  <a:pt x="8516361" y="703355"/>
                </a:lnTo>
                <a:lnTo>
                  <a:pt x="8532925" y="686339"/>
                </a:lnTo>
                <a:lnTo>
                  <a:pt x="8549487" y="674172"/>
                </a:lnTo>
                <a:lnTo>
                  <a:pt x="8566063" y="672769"/>
                </a:lnTo>
                <a:lnTo>
                  <a:pt x="8582624" y="679756"/>
                </a:lnTo>
                <a:lnTo>
                  <a:pt x="8599185" y="707022"/>
                </a:lnTo>
                <a:lnTo>
                  <a:pt x="8615748" y="739650"/>
                </a:lnTo>
                <a:lnTo>
                  <a:pt x="8632321" y="764408"/>
                </a:lnTo>
                <a:lnTo>
                  <a:pt x="8648885" y="775611"/>
                </a:lnTo>
                <a:lnTo>
                  <a:pt x="8665449" y="770200"/>
                </a:lnTo>
                <a:lnTo>
                  <a:pt x="8682013" y="772693"/>
                </a:lnTo>
                <a:lnTo>
                  <a:pt x="8698586" y="783198"/>
                </a:lnTo>
                <a:lnTo>
                  <a:pt x="8715149" y="776700"/>
                </a:lnTo>
                <a:lnTo>
                  <a:pt x="8731711" y="773478"/>
                </a:lnTo>
                <a:lnTo>
                  <a:pt x="8748271" y="772730"/>
                </a:lnTo>
                <a:lnTo>
                  <a:pt x="8764847" y="773076"/>
                </a:lnTo>
                <a:lnTo>
                  <a:pt x="8781411" y="775250"/>
                </a:lnTo>
                <a:lnTo>
                  <a:pt x="8797973" y="769793"/>
                </a:lnTo>
                <a:lnTo>
                  <a:pt x="8814535" y="763428"/>
                </a:lnTo>
                <a:lnTo>
                  <a:pt x="8831110" y="760506"/>
                </a:lnTo>
                <a:lnTo>
                  <a:pt x="8847673" y="760573"/>
                </a:lnTo>
                <a:lnTo>
                  <a:pt x="8864236" y="765482"/>
                </a:lnTo>
                <a:lnTo>
                  <a:pt x="8880798" y="776014"/>
                </a:lnTo>
                <a:lnTo>
                  <a:pt x="8897374" y="783521"/>
                </a:lnTo>
                <a:lnTo>
                  <a:pt x="8913936" y="779163"/>
                </a:lnTo>
                <a:lnTo>
                  <a:pt x="8930497" y="776249"/>
                </a:lnTo>
                <a:lnTo>
                  <a:pt x="8947062" y="774142"/>
                </a:lnTo>
                <a:lnTo>
                  <a:pt x="8963634" y="774101"/>
                </a:lnTo>
                <a:lnTo>
                  <a:pt x="8980197" y="777087"/>
                </a:lnTo>
                <a:lnTo>
                  <a:pt x="8996758" y="766540"/>
                </a:lnTo>
                <a:lnTo>
                  <a:pt x="9013325" y="744912"/>
                </a:lnTo>
                <a:lnTo>
                  <a:pt x="9029895" y="743710"/>
                </a:lnTo>
                <a:lnTo>
                  <a:pt x="9046463" y="759686"/>
                </a:lnTo>
                <a:lnTo>
                  <a:pt x="9063022" y="777588"/>
                </a:lnTo>
                <a:lnTo>
                  <a:pt x="9079584" y="760957"/>
                </a:lnTo>
                <a:lnTo>
                  <a:pt x="9096160" y="744529"/>
                </a:lnTo>
                <a:lnTo>
                  <a:pt x="9112722" y="738609"/>
                </a:lnTo>
                <a:lnTo>
                  <a:pt x="9129284" y="739068"/>
                </a:lnTo>
                <a:lnTo>
                  <a:pt x="9145848" y="746748"/>
                </a:lnTo>
                <a:lnTo>
                  <a:pt x="9162422" y="760755"/>
                </a:lnTo>
                <a:lnTo>
                  <a:pt x="9178984" y="774782"/>
                </a:lnTo>
                <a:lnTo>
                  <a:pt x="9195547" y="783235"/>
                </a:lnTo>
                <a:lnTo>
                  <a:pt x="9212110" y="779476"/>
                </a:lnTo>
                <a:lnTo>
                  <a:pt x="9228687" y="772509"/>
                </a:lnTo>
                <a:lnTo>
                  <a:pt x="9245247" y="771246"/>
                </a:lnTo>
                <a:lnTo>
                  <a:pt x="9261810" y="774607"/>
                </a:lnTo>
                <a:lnTo>
                  <a:pt x="9278372" y="786007"/>
                </a:lnTo>
                <a:lnTo>
                  <a:pt x="9294946" y="787740"/>
                </a:lnTo>
                <a:lnTo>
                  <a:pt x="9311509" y="776138"/>
                </a:lnTo>
                <a:lnTo>
                  <a:pt x="9328074" y="763270"/>
                </a:lnTo>
                <a:lnTo>
                  <a:pt x="9344637" y="751024"/>
                </a:lnTo>
                <a:lnTo>
                  <a:pt x="9361210" y="739681"/>
                </a:lnTo>
                <a:lnTo>
                  <a:pt x="9377772" y="737362"/>
                </a:lnTo>
                <a:lnTo>
                  <a:pt x="9394334" y="739995"/>
                </a:lnTo>
                <a:lnTo>
                  <a:pt x="9410898" y="752922"/>
                </a:lnTo>
                <a:lnTo>
                  <a:pt x="9427472" y="768283"/>
                </a:lnTo>
                <a:lnTo>
                  <a:pt x="9444033" y="770709"/>
                </a:lnTo>
                <a:lnTo>
                  <a:pt x="9460597" y="772337"/>
                </a:lnTo>
                <a:lnTo>
                  <a:pt x="9477159" y="783414"/>
                </a:lnTo>
                <a:lnTo>
                  <a:pt x="9493735" y="796219"/>
                </a:lnTo>
                <a:lnTo>
                  <a:pt x="9510294" y="799711"/>
                </a:lnTo>
                <a:lnTo>
                  <a:pt x="9526861" y="797101"/>
                </a:lnTo>
                <a:lnTo>
                  <a:pt x="9543424" y="792883"/>
                </a:lnTo>
                <a:lnTo>
                  <a:pt x="9559996" y="791845"/>
                </a:lnTo>
                <a:lnTo>
                  <a:pt x="9576559" y="792711"/>
                </a:lnTo>
                <a:lnTo>
                  <a:pt x="9593124" y="795682"/>
                </a:lnTo>
                <a:lnTo>
                  <a:pt x="9609686" y="796441"/>
                </a:lnTo>
                <a:lnTo>
                  <a:pt x="9626259" y="793698"/>
                </a:lnTo>
                <a:lnTo>
                  <a:pt x="9642821" y="792582"/>
                </a:lnTo>
                <a:lnTo>
                  <a:pt x="9659383" y="792752"/>
                </a:lnTo>
                <a:lnTo>
                  <a:pt x="9675945" y="788067"/>
                </a:lnTo>
                <a:lnTo>
                  <a:pt x="9692522" y="781478"/>
                </a:lnTo>
                <a:lnTo>
                  <a:pt x="9709086" y="776822"/>
                </a:lnTo>
                <a:lnTo>
                  <a:pt x="9725646" y="776728"/>
                </a:lnTo>
                <a:lnTo>
                  <a:pt x="9742211" y="781118"/>
                </a:lnTo>
                <a:lnTo>
                  <a:pt x="9758783" y="788986"/>
                </a:lnTo>
                <a:lnTo>
                  <a:pt x="9775346" y="797557"/>
                </a:lnTo>
                <a:lnTo>
                  <a:pt x="9791910" y="798121"/>
                </a:lnTo>
                <a:lnTo>
                  <a:pt x="9808472" y="796899"/>
                </a:lnTo>
                <a:lnTo>
                  <a:pt x="9825049" y="798094"/>
                </a:lnTo>
                <a:lnTo>
                  <a:pt x="9841608" y="798686"/>
                </a:lnTo>
                <a:lnTo>
                  <a:pt x="9858174" y="792265"/>
                </a:lnTo>
                <a:lnTo>
                  <a:pt x="9874734" y="783619"/>
                </a:lnTo>
                <a:lnTo>
                  <a:pt x="9891311" y="772820"/>
                </a:lnTo>
                <a:lnTo>
                  <a:pt x="9907871" y="758071"/>
                </a:lnTo>
                <a:lnTo>
                  <a:pt x="9924435" y="748043"/>
                </a:lnTo>
                <a:lnTo>
                  <a:pt x="9940996" y="744849"/>
                </a:lnTo>
                <a:lnTo>
                  <a:pt x="9957571" y="745060"/>
                </a:lnTo>
                <a:lnTo>
                  <a:pt x="9974136" y="750743"/>
                </a:lnTo>
                <a:lnTo>
                  <a:pt x="9990695" y="761718"/>
                </a:lnTo>
                <a:lnTo>
                  <a:pt x="10007260" y="771269"/>
                </a:lnTo>
                <a:lnTo>
                  <a:pt x="10023836" y="778291"/>
                </a:lnTo>
                <a:lnTo>
                  <a:pt x="10040397" y="785107"/>
                </a:lnTo>
                <a:lnTo>
                  <a:pt x="10056957" y="785298"/>
                </a:lnTo>
                <a:lnTo>
                  <a:pt x="10073523" y="781668"/>
                </a:lnTo>
                <a:lnTo>
                  <a:pt x="10090095" y="778743"/>
                </a:lnTo>
                <a:lnTo>
                  <a:pt x="10106660" y="775194"/>
                </a:lnTo>
                <a:lnTo>
                  <a:pt x="10123223" y="774602"/>
                </a:lnTo>
                <a:lnTo>
                  <a:pt x="10139785" y="776708"/>
                </a:lnTo>
                <a:lnTo>
                  <a:pt x="10156360" y="777959"/>
                </a:lnTo>
                <a:lnTo>
                  <a:pt x="10172923" y="776434"/>
                </a:lnTo>
                <a:lnTo>
                  <a:pt x="10189484" y="775138"/>
                </a:lnTo>
                <a:lnTo>
                  <a:pt x="10206044" y="775653"/>
                </a:lnTo>
                <a:lnTo>
                  <a:pt x="10222622" y="782755"/>
                </a:lnTo>
                <a:lnTo>
                  <a:pt x="10239185" y="777622"/>
                </a:lnTo>
                <a:lnTo>
                  <a:pt x="10255747" y="773031"/>
                </a:lnTo>
                <a:lnTo>
                  <a:pt x="10272310" y="773046"/>
                </a:lnTo>
                <a:lnTo>
                  <a:pt x="10288883" y="777323"/>
                </a:lnTo>
                <a:lnTo>
                  <a:pt x="10305447" y="782909"/>
                </a:lnTo>
                <a:lnTo>
                  <a:pt x="10322007" y="787043"/>
                </a:lnTo>
                <a:lnTo>
                  <a:pt x="10338573" y="786847"/>
                </a:lnTo>
                <a:lnTo>
                  <a:pt x="10355148" y="784885"/>
                </a:lnTo>
                <a:lnTo>
                  <a:pt x="10371709" y="781306"/>
                </a:lnTo>
                <a:lnTo>
                  <a:pt x="10388272" y="760040"/>
                </a:lnTo>
                <a:lnTo>
                  <a:pt x="10404835" y="752544"/>
                </a:lnTo>
                <a:lnTo>
                  <a:pt x="10421406" y="752619"/>
                </a:lnTo>
                <a:lnTo>
                  <a:pt x="10437972" y="756944"/>
                </a:lnTo>
                <a:lnTo>
                  <a:pt x="10454535" y="763873"/>
                </a:lnTo>
                <a:lnTo>
                  <a:pt x="10471095" y="767901"/>
                </a:lnTo>
                <a:lnTo>
                  <a:pt x="10487672" y="769395"/>
                </a:lnTo>
                <a:lnTo>
                  <a:pt x="10504235" y="776501"/>
                </a:lnTo>
                <a:lnTo>
                  <a:pt x="10520797" y="787523"/>
                </a:lnTo>
                <a:lnTo>
                  <a:pt x="10537358" y="795410"/>
                </a:lnTo>
              </a:path>
            </a:pathLst>
          </a:custGeom>
          <a:noFill/>
          <a:ln w="11430">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017520"/>
            <a:ext cx="2743200" cy="274320"/>
          </a:xfrm>
          <a:prstGeom prst="rect">
            <a:avLst/>
          </a:prstGeom>
          <a:noFill/>
        </p:spPr>
        <p:txBody>
          <a:bodyPr wrap="square" lIns="0" rIns="0" tIns="0" bIns="0" anchor="t">
            <a:spAutoFit/>
          </a:bodyPr>
          <a:lstStyle/>
          <a:p>
            <a:pPr algn="l"/>
            <a:r>
              <a:rPr sz="1000">
                <a:solidFill>
                  <a:srgbClr val="9A9894"/>
                </a:solidFill>
                <a:latin typeface="Fragment Mono"/>
              </a:rPr>
              <a:t>TYPING</a:t>
            </a:r>
          </a:p>
        </p:txBody>
      </p:sp>
      <p:sp>
        <p:nvSpPr>
          <p:cNvPr id="9" name="Oval 8"/>
          <p:cNvSpPr/>
          <p:nvPr/>
        </p:nvSpPr>
        <p:spPr>
          <a:xfrm>
            <a:off x="822960" y="4700016"/>
            <a:ext cx="109728" cy="109728"/>
          </a:xfrm>
          <a:prstGeom prst="ellipse">
            <a:avLst/>
          </a:prstGeom>
          <a:solidFill>
            <a:srgbClr val="5553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1005840" y="4754880"/>
            <a:ext cx="2362123"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2960" y="4937760"/>
            <a:ext cx="2362123" cy="365760"/>
          </a:xfrm>
          <a:prstGeom prst="rect">
            <a:avLst/>
          </a:prstGeom>
          <a:noFill/>
        </p:spPr>
        <p:txBody>
          <a:bodyPr wrap="square" lIns="0" rIns="0" tIns="0" bIns="0" anchor="t">
            <a:spAutoFit/>
          </a:bodyPr>
          <a:lstStyle/>
          <a:p>
            <a:pPr algn="l"/>
            <a:r>
              <a:rPr sz="1600">
                <a:solidFill>
                  <a:srgbClr val="F2F0EC"/>
                </a:solidFill>
                <a:latin typeface="Switzer Light"/>
              </a:rPr>
              <a:t>Something hit</a:t>
            </a:r>
          </a:p>
        </p:txBody>
      </p:sp>
      <p:sp>
        <p:nvSpPr>
          <p:cNvPr id="12" name="TextBox 11"/>
          <p:cNvSpPr txBox="1"/>
          <p:nvPr/>
        </p:nvSpPr>
        <p:spPr>
          <a:xfrm>
            <a:off x="822960" y="5303520"/>
            <a:ext cx="2316403" cy="822960"/>
          </a:xfrm>
          <a:prstGeom prst="rect">
            <a:avLst/>
          </a:prstGeom>
          <a:noFill/>
        </p:spPr>
        <p:txBody>
          <a:bodyPr wrap="square" lIns="0" rIns="0" tIns="0" bIns="0" anchor="t">
            <a:spAutoFit/>
          </a:bodyPr>
          <a:lstStyle/>
          <a:p>
            <a:pPr algn="l">
              <a:lnSpc>
                <a:spcPct val="120000"/>
              </a:lnSpc>
            </a:pPr>
            <a:r>
              <a:rPr sz="1200">
                <a:solidFill>
                  <a:srgbClr val="9A9894"/>
                </a:solidFill>
                <a:latin typeface="Switzer Light"/>
              </a:rPr>
              <a:t>The sensor jumps above the laptop's normal background shake.</a:t>
            </a:r>
          </a:p>
        </p:txBody>
      </p:sp>
      <p:sp>
        <p:nvSpPr>
          <p:cNvPr id="13" name="Oval 12"/>
          <p:cNvSpPr/>
          <p:nvPr/>
        </p:nvSpPr>
        <p:spPr>
          <a:xfrm>
            <a:off x="3459403" y="4700016"/>
            <a:ext cx="109728" cy="109728"/>
          </a:xfrm>
          <a:prstGeom prst="ellipse">
            <a:avLst/>
          </a:prstGeom>
          <a:solidFill>
            <a:srgbClr val="5553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3642283" y="4754880"/>
            <a:ext cx="2362124"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459403" y="4937760"/>
            <a:ext cx="2362123" cy="365760"/>
          </a:xfrm>
          <a:prstGeom prst="rect">
            <a:avLst/>
          </a:prstGeom>
          <a:noFill/>
        </p:spPr>
        <p:txBody>
          <a:bodyPr wrap="square" lIns="0" rIns="0" tIns="0" bIns="0" anchor="t">
            <a:spAutoFit/>
          </a:bodyPr>
          <a:lstStyle/>
          <a:p>
            <a:pPr algn="l"/>
            <a:r>
              <a:rPr sz="1600">
                <a:solidFill>
                  <a:srgbClr val="F2F0EC"/>
                </a:solidFill>
                <a:latin typeface="Switzer Light"/>
              </a:rPr>
              <a:t>Not typing?</a:t>
            </a:r>
          </a:p>
        </p:txBody>
      </p:sp>
      <p:sp>
        <p:nvSpPr>
          <p:cNvPr id="16" name="TextBox 15"/>
          <p:cNvSpPr txBox="1"/>
          <p:nvPr/>
        </p:nvSpPr>
        <p:spPr>
          <a:xfrm>
            <a:off x="3459403" y="5303520"/>
            <a:ext cx="2316403" cy="822960"/>
          </a:xfrm>
          <a:prstGeom prst="rect">
            <a:avLst/>
          </a:prstGeom>
          <a:noFill/>
        </p:spPr>
        <p:txBody>
          <a:bodyPr wrap="square" lIns="0" rIns="0" tIns="0" bIns="0" anchor="t">
            <a:spAutoFit/>
          </a:bodyPr>
          <a:lstStyle/>
          <a:p>
            <a:pPr algn="l">
              <a:lnSpc>
                <a:spcPct val="120000"/>
              </a:lnSpc>
            </a:pPr>
            <a:r>
              <a:rPr sz="1200">
                <a:solidFill>
                  <a:srgbClr val="9A9894"/>
                </a:solidFill>
                <a:latin typeface="Switzer Light"/>
              </a:rPr>
              <a:t>If a key or the trackpad moved at that moment, it is ignored.</a:t>
            </a:r>
          </a:p>
        </p:txBody>
      </p:sp>
      <p:sp>
        <p:nvSpPr>
          <p:cNvPr id="17" name="Oval 16"/>
          <p:cNvSpPr/>
          <p:nvPr/>
        </p:nvSpPr>
        <p:spPr>
          <a:xfrm>
            <a:off x="6095847" y="4700016"/>
            <a:ext cx="109728" cy="109728"/>
          </a:xfrm>
          <a:prstGeom prst="ellipse">
            <a:avLst/>
          </a:prstGeom>
          <a:solidFill>
            <a:srgbClr val="5553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6278727" y="4754880"/>
            <a:ext cx="2362124"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95847" y="4937760"/>
            <a:ext cx="2362123" cy="365760"/>
          </a:xfrm>
          <a:prstGeom prst="rect">
            <a:avLst/>
          </a:prstGeom>
          <a:noFill/>
        </p:spPr>
        <p:txBody>
          <a:bodyPr wrap="square" lIns="0" rIns="0" tIns="0" bIns="0" anchor="t">
            <a:spAutoFit/>
          </a:bodyPr>
          <a:lstStyle/>
          <a:p>
            <a:pPr algn="l"/>
            <a:r>
              <a:rPr sz="1600">
                <a:solidFill>
                  <a:srgbClr val="F2F0EC"/>
                </a:solidFill>
                <a:latin typeface="Switzer Light"/>
              </a:rPr>
              <a:t>Which spot?</a:t>
            </a:r>
          </a:p>
        </p:txBody>
      </p:sp>
      <p:sp>
        <p:nvSpPr>
          <p:cNvPr id="20" name="TextBox 19"/>
          <p:cNvSpPr txBox="1"/>
          <p:nvPr/>
        </p:nvSpPr>
        <p:spPr>
          <a:xfrm>
            <a:off x="6095847" y="5303520"/>
            <a:ext cx="2316403" cy="822960"/>
          </a:xfrm>
          <a:prstGeom prst="rect">
            <a:avLst/>
          </a:prstGeom>
          <a:noFill/>
        </p:spPr>
        <p:txBody>
          <a:bodyPr wrap="square" lIns="0" rIns="0" tIns="0" bIns="0" anchor="t">
            <a:spAutoFit/>
          </a:bodyPr>
          <a:lstStyle/>
          <a:p>
            <a:pPr algn="l">
              <a:lnSpc>
                <a:spcPct val="120000"/>
              </a:lnSpc>
            </a:pPr>
            <a:r>
              <a:rPr sz="1200">
                <a:solidFill>
                  <a:srgbClr val="9A9894"/>
                </a:solidFill>
                <a:latin typeface="Switzer Light"/>
              </a:rPr>
              <a:t>33 measurements of the bump. Two small models compare it with the taps you gave during setup.</a:t>
            </a:r>
          </a:p>
        </p:txBody>
      </p:sp>
      <p:sp>
        <p:nvSpPr>
          <p:cNvPr id="21" name="Oval 20"/>
          <p:cNvSpPr/>
          <p:nvPr/>
        </p:nvSpPr>
        <p:spPr>
          <a:xfrm>
            <a:off x="8732291" y="4700016"/>
            <a:ext cx="109728" cy="109728"/>
          </a:xfrm>
          <a:prstGeom prst="ellipse">
            <a:avLst/>
          </a:prstGeom>
          <a:solidFill>
            <a:srgbClr val="F2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291" y="4937760"/>
            <a:ext cx="2362123" cy="365760"/>
          </a:xfrm>
          <a:prstGeom prst="rect">
            <a:avLst/>
          </a:prstGeom>
          <a:noFill/>
        </p:spPr>
        <p:txBody>
          <a:bodyPr wrap="square" lIns="0" rIns="0" tIns="0" bIns="0" anchor="t">
            <a:spAutoFit/>
          </a:bodyPr>
          <a:lstStyle/>
          <a:p>
            <a:pPr algn="l"/>
            <a:r>
              <a:rPr sz="1600">
                <a:solidFill>
                  <a:srgbClr val="F2F0EC"/>
                </a:solidFill>
                <a:latin typeface="Switzer Light"/>
              </a:rPr>
              <a:t>Unsure? Do nothing</a:t>
            </a:r>
          </a:p>
        </p:txBody>
      </p:sp>
      <p:sp>
        <p:nvSpPr>
          <p:cNvPr id="23" name="TextBox 22"/>
          <p:cNvSpPr txBox="1"/>
          <p:nvPr/>
        </p:nvSpPr>
        <p:spPr>
          <a:xfrm>
            <a:off x="8732291" y="5303520"/>
            <a:ext cx="2316403" cy="822960"/>
          </a:xfrm>
          <a:prstGeom prst="rect">
            <a:avLst/>
          </a:prstGeom>
          <a:noFill/>
        </p:spPr>
        <p:txBody>
          <a:bodyPr wrap="square" lIns="0" rIns="0" tIns="0" bIns="0" anchor="t">
            <a:spAutoFit/>
          </a:bodyPr>
          <a:lstStyle/>
          <a:p>
            <a:pPr algn="l">
              <a:lnSpc>
                <a:spcPct val="120000"/>
              </a:lnSpc>
            </a:pPr>
            <a:r>
              <a:rPr sz="1200">
                <a:solidFill>
                  <a:srgbClr val="9A9894"/>
                </a:solidFill>
                <a:latin typeface="Switzer Light"/>
              </a:rPr>
              <a:t>If it does not look like your taps, nothing fires. It also learns desk and lap separately.</a:t>
            </a:r>
          </a:p>
        </p:txBody>
      </p:sp>
      <p:sp>
        <p:nvSpPr>
          <p:cNvPr id="24" name="TextBox 23"/>
          <p:cNvSpPr txBox="1"/>
          <p:nvPr/>
        </p:nvSpPr>
        <p:spPr>
          <a:xfrm>
            <a:off x="822960" y="6355080"/>
            <a:ext cx="10545775" cy="365760"/>
          </a:xfrm>
          <a:prstGeom prst="rect">
            <a:avLst/>
          </a:prstGeom>
          <a:noFill/>
        </p:spPr>
        <p:txBody>
          <a:bodyPr wrap="square" lIns="0" rIns="0" tIns="0" bIns="0" anchor="t">
            <a:spAutoFit/>
          </a:bodyPr>
          <a:lstStyle/>
          <a:p>
            <a:pPr algn="l"/>
            <a:r>
              <a:rPr sz="1200">
                <a:solidFill>
                  <a:srgbClr val="5E5C59"/>
                </a:solidFill>
                <a:latin typeface="Switzer Light"/>
              </a:rPr>
              <a:t>Real sensor data, 800 readings a second. Everything runs on the laptop; nothing is sent anywhere.</a:t>
            </a:r>
          </a:p>
        </p:txBody>
      </p:sp>
    </p:spTree>
  </p:cSld>
  <p:clrMapOvr>
    <a:masterClrMapping/>
  </p:clrMapOvr>
  <p:transition spd="slow">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sp>
        <p:nvSpPr>
          <p:cNvPr id="2" name="TextBox 1"/>
          <p:cNvSpPr txBox="1"/>
          <p:nvPr/>
        </p:nvSpPr>
        <p:spPr>
          <a:xfrm>
            <a:off x="822960" y="1280160"/>
            <a:ext cx="4206240" cy="1828800"/>
          </a:xfrm>
          <a:prstGeom prst="rect">
            <a:avLst/>
          </a:prstGeom>
          <a:noFill/>
        </p:spPr>
        <p:txBody>
          <a:bodyPr wrap="square" lIns="0" rIns="0" tIns="0" bIns="0" anchor="t">
            <a:spAutoFit/>
          </a:bodyPr>
          <a:lstStyle/>
          <a:p>
            <a:pPr algn="l">
              <a:lnSpc>
                <a:spcPct val="105000"/>
              </a:lnSpc>
            </a:pPr>
            <a:r>
              <a:rPr sz="4000">
                <a:solidFill>
                  <a:srgbClr val="F2F0EC"/>
                </a:solidFill>
                <a:latin typeface="Switzer Extralight"/>
              </a:rPr>
              <a:t>Hands in the air. No camera.</a:t>
            </a:r>
          </a:p>
        </p:txBody>
      </p:sp>
      <p:sp>
        <p:nvSpPr>
          <p:cNvPr id="3" name="TextBox 2"/>
          <p:cNvSpPr txBox="1"/>
          <p:nvPr/>
        </p:nvSpPr>
        <p:spPr>
          <a:xfrm>
            <a:off x="822960" y="3108960"/>
            <a:ext cx="3840480" cy="1280160"/>
          </a:xfrm>
          <a:prstGeom prst="rect">
            <a:avLst/>
          </a:prstGeom>
          <a:noFill/>
        </p:spPr>
        <p:txBody>
          <a:bodyPr wrap="square" lIns="0" rIns="0" tIns="0" bIns="0" anchor="t">
            <a:spAutoFit/>
          </a:bodyPr>
          <a:lstStyle/>
          <a:p>
            <a:pPr algn="l">
              <a:lnSpc>
                <a:spcPct val="125000"/>
              </a:lnSpc>
            </a:pPr>
            <a:r>
              <a:rPr sz="1600">
                <a:solidFill>
                  <a:srgbClr val="9A9894"/>
                </a:solidFill>
                <a:latin typeface="Switzer Light"/>
              </a:rPr>
              <a:t>The speakers play two tones too high to hear. The mic hears your hand bend them.</a:t>
            </a:r>
          </a:p>
        </p:txBody>
      </p:sp>
      <p:sp>
        <p:nvSpPr>
          <p:cNvPr id="4" name="TextBox 3"/>
          <p:cNvSpPr txBox="1"/>
          <p:nvPr/>
        </p:nvSpPr>
        <p:spPr>
          <a:xfrm>
            <a:off x="822960" y="4754880"/>
            <a:ext cx="4114800" cy="274320"/>
          </a:xfrm>
          <a:prstGeom prst="rect">
            <a:avLst/>
          </a:prstGeom>
          <a:noFill/>
        </p:spPr>
        <p:txBody>
          <a:bodyPr wrap="square" lIns="0" rIns="0" tIns="0" bIns="0" anchor="t">
            <a:spAutoFit/>
          </a:bodyPr>
          <a:lstStyle/>
          <a:p>
            <a:pPr algn="l"/>
            <a:r>
              <a:rPr sz="1000">
                <a:solidFill>
                  <a:srgbClr val="9A9894"/>
                </a:solidFill>
                <a:latin typeface="Fragment Mono"/>
              </a:rPr>
              <a:t>RAISE OR LOWER YOUR HAND: VOLUME</a:t>
            </a:r>
          </a:p>
        </p:txBody>
      </p:sp>
      <p:sp>
        <p:nvSpPr>
          <p:cNvPr id="5" name="TextBox 4"/>
          <p:cNvSpPr txBox="1"/>
          <p:nvPr/>
        </p:nvSpPr>
        <p:spPr>
          <a:xfrm>
            <a:off x="822960" y="5074920"/>
            <a:ext cx="4114800" cy="274320"/>
          </a:xfrm>
          <a:prstGeom prst="rect">
            <a:avLst/>
          </a:prstGeom>
          <a:noFill/>
        </p:spPr>
        <p:txBody>
          <a:bodyPr wrap="square" lIns="0" rIns="0" tIns="0" bIns="0" anchor="t">
            <a:spAutoFit/>
          </a:bodyPr>
          <a:lstStyle/>
          <a:p>
            <a:pPr algn="l"/>
            <a:r>
              <a:rPr sz="1000">
                <a:solidFill>
                  <a:srgbClr val="9A9894"/>
                </a:solidFill>
                <a:latin typeface="Fragment Mono"/>
              </a:rPr>
              <a:t>PUSH OVER A SIDE: SWITCH APPS</a:t>
            </a:r>
          </a:p>
        </p:txBody>
      </p:sp>
      <p:cxnSp>
        <p:nvCxnSpPr>
          <p:cNvPr id="6" name="Connector 5"/>
          <p:cNvCxnSpPr/>
          <p:nvPr/>
        </p:nvCxnSpPr>
        <p:spPr>
          <a:xfrm>
            <a:off x="5669280" y="5120640"/>
            <a:ext cx="5120640" cy="0"/>
          </a:xfrm>
          <a:prstGeom prst="line">
            <a:avLst/>
          </a:prstGeom>
          <a:ln w="15875">
            <a:solidFill>
              <a:srgbClr val="55535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789920" y="1737360"/>
            <a:ext cx="640080" cy="3383280"/>
          </a:xfrm>
          <a:prstGeom prst="line">
            <a:avLst/>
          </a:prstGeom>
          <a:ln w="15875">
            <a:solidFill>
              <a:srgbClr val="555350"/>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6693408" y="4974336"/>
            <a:ext cx="146304" cy="146304"/>
          </a:xfrm>
          <a:prstGeom prst="ellipse">
            <a:avLst/>
          </a:prstGeom>
          <a:solidFill>
            <a:srgbClr val="5553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19488" y="4974336"/>
            <a:ext cx="146304" cy="146304"/>
          </a:xfrm>
          <a:prstGeom prst="ellipse">
            <a:avLst/>
          </a:prstGeom>
          <a:solidFill>
            <a:srgbClr val="5553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183880" y="5001768"/>
            <a:ext cx="91440" cy="91440"/>
          </a:xfrm>
          <a:prstGeom prst="ellipse">
            <a:avLst/>
          </a:prstGeom>
          <a:solidFill>
            <a:srgbClr val="F2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Arc 10"/>
          <p:cNvSpPr/>
          <p:nvPr/>
        </p:nvSpPr>
        <p:spPr>
          <a:xfrm>
            <a:off x="6446520" y="4727448"/>
            <a:ext cx="640080" cy="640080"/>
          </a:xfrm>
          <a:prstGeom prst="arc">
            <a:avLst>
              <a:gd name="adj1" fmla="val 18000000"/>
              <a:gd name="adj2" fmla="val 0"/>
            </a:avLst>
          </a:prstGeom>
          <a:noFill/>
          <a:ln w="9525">
            <a:solidFill>
              <a:srgbClr val="5553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Arc 11"/>
          <p:cNvSpPr/>
          <p:nvPr/>
        </p:nvSpPr>
        <p:spPr>
          <a:xfrm>
            <a:off x="6126480" y="4407408"/>
            <a:ext cx="1280160" cy="1280160"/>
          </a:xfrm>
          <a:prstGeom prst="arc">
            <a:avLst>
              <a:gd name="adj1" fmla="val 18000000"/>
              <a:gd name="adj2" fmla="val 0"/>
            </a:avLst>
          </a:prstGeom>
          <a:noFill/>
          <a:ln w="9525">
            <a:solidFill>
              <a:srgbClr val="5553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Arc 12"/>
          <p:cNvSpPr/>
          <p:nvPr/>
        </p:nvSpPr>
        <p:spPr>
          <a:xfrm>
            <a:off x="5806441" y="4087369"/>
            <a:ext cx="1920238" cy="1920238"/>
          </a:xfrm>
          <a:prstGeom prst="arc">
            <a:avLst>
              <a:gd name="adj1" fmla="val 18000000"/>
              <a:gd name="adj2" fmla="val 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Arc 13"/>
          <p:cNvSpPr/>
          <p:nvPr/>
        </p:nvSpPr>
        <p:spPr>
          <a:xfrm>
            <a:off x="5486400" y="3767328"/>
            <a:ext cx="2560320" cy="2560320"/>
          </a:xfrm>
          <a:prstGeom prst="arc">
            <a:avLst>
              <a:gd name="adj1" fmla="val 18000000"/>
              <a:gd name="adj2" fmla="val 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Arc 14"/>
          <p:cNvSpPr/>
          <p:nvPr/>
        </p:nvSpPr>
        <p:spPr>
          <a:xfrm>
            <a:off x="9372600" y="4727448"/>
            <a:ext cx="640080" cy="640080"/>
          </a:xfrm>
          <a:prstGeom prst="arc">
            <a:avLst>
              <a:gd name="adj1" fmla="val 18000000"/>
              <a:gd name="adj2" fmla="val 0"/>
            </a:avLst>
          </a:prstGeom>
          <a:noFill/>
          <a:ln w="9525">
            <a:solidFill>
              <a:srgbClr val="5553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Arc 15"/>
          <p:cNvSpPr/>
          <p:nvPr/>
        </p:nvSpPr>
        <p:spPr>
          <a:xfrm>
            <a:off x="9052560" y="4407408"/>
            <a:ext cx="1280160" cy="1280160"/>
          </a:xfrm>
          <a:prstGeom prst="arc">
            <a:avLst>
              <a:gd name="adj1" fmla="val 18000000"/>
              <a:gd name="adj2" fmla="val 0"/>
            </a:avLst>
          </a:prstGeom>
          <a:noFill/>
          <a:ln w="9525">
            <a:solidFill>
              <a:srgbClr val="5553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Arc 16"/>
          <p:cNvSpPr/>
          <p:nvPr/>
        </p:nvSpPr>
        <p:spPr>
          <a:xfrm>
            <a:off x="8732521" y="4087369"/>
            <a:ext cx="1920238" cy="1920238"/>
          </a:xfrm>
          <a:prstGeom prst="arc">
            <a:avLst>
              <a:gd name="adj1" fmla="val 18000000"/>
              <a:gd name="adj2" fmla="val 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Arc 17"/>
          <p:cNvSpPr/>
          <p:nvPr/>
        </p:nvSpPr>
        <p:spPr>
          <a:xfrm>
            <a:off x="8412480" y="3767328"/>
            <a:ext cx="2560320" cy="2560320"/>
          </a:xfrm>
          <a:prstGeom prst="arc">
            <a:avLst>
              <a:gd name="adj1" fmla="val 18000000"/>
              <a:gd name="adj2" fmla="val 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772400" y="2788920"/>
            <a:ext cx="1005840" cy="384048"/>
          </a:xfrm>
          <a:prstGeom prst="roundRect">
            <a:avLst>
              <a:gd name="adj" fmla="val 50000"/>
            </a:avLst>
          </a:prstGeom>
          <a:noFill/>
          <a:ln w="12700">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0" name="Connector 19"/>
          <p:cNvCxnSpPr/>
          <p:nvPr/>
        </p:nvCxnSpPr>
        <p:spPr>
          <a:xfrm flipH="1">
            <a:off x="8229600" y="3200400"/>
            <a:ext cx="45720" cy="1737360"/>
          </a:xfrm>
          <a:prstGeom prst="line">
            <a:avLst/>
          </a:prstGeom>
          <a:ln w="9525">
            <a:solidFill>
              <a:srgbClr val="F2F0EC"/>
            </a:solidFill>
            <a:prstDash val="sys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55080" y="5257800"/>
            <a:ext cx="2743200" cy="274320"/>
          </a:xfrm>
          <a:prstGeom prst="rect">
            <a:avLst/>
          </a:prstGeom>
          <a:noFill/>
        </p:spPr>
        <p:txBody>
          <a:bodyPr wrap="square" lIns="0" rIns="0" tIns="0" bIns="0" anchor="t">
            <a:spAutoFit/>
          </a:bodyPr>
          <a:lstStyle/>
          <a:p>
            <a:pPr algn="l"/>
            <a:r>
              <a:rPr sz="1000">
                <a:solidFill>
                  <a:srgbClr val="5E5C59"/>
                </a:solidFill>
                <a:latin typeface="Fragment Mono"/>
              </a:rPr>
              <a:t>SPEAKER</a:t>
            </a:r>
          </a:p>
        </p:txBody>
      </p:sp>
      <p:sp>
        <p:nvSpPr>
          <p:cNvPr id="22" name="TextBox 21"/>
          <p:cNvSpPr txBox="1"/>
          <p:nvPr/>
        </p:nvSpPr>
        <p:spPr>
          <a:xfrm>
            <a:off x="8001000" y="5257800"/>
            <a:ext cx="2743200" cy="274320"/>
          </a:xfrm>
          <a:prstGeom prst="rect">
            <a:avLst/>
          </a:prstGeom>
          <a:noFill/>
        </p:spPr>
        <p:txBody>
          <a:bodyPr wrap="square" lIns="0" rIns="0" tIns="0" bIns="0" anchor="t">
            <a:spAutoFit/>
          </a:bodyPr>
          <a:lstStyle/>
          <a:p>
            <a:pPr algn="l"/>
            <a:r>
              <a:rPr sz="1000">
                <a:solidFill>
                  <a:srgbClr val="9A9894"/>
                </a:solidFill>
                <a:latin typeface="Fragment Mono"/>
              </a:rPr>
              <a:t>MIC</a:t>
            </a:r>
          </a:p>
        </p:txBody>
      </p:sp>
      <p:sp>
        <p:nvSpPr>
          <p:cNvPr id="23" name="TextBox 22"/>
          <p:cNvSpPr txBox="1"/>
          <p:nvPr/>
        </p:nvSpPr>
        <p:spPr>
          <a:xfrm>
            <a:off x="9281160" y="5257800"/>
            <a:ext cx="2743200" cy="274320"/>
          </a:xfrm>
          <a:prstGeom prst="rect">
            <a:avLst/>
          </a:prstGeom>
          <a:noFill/>
        </p:spPr>
        <p:txBody>
          <a:bodyPr wrap="square" lIns="0" rIns="0" tIns="0" bIns="0" anchor="t">
            <a:spAutoFit/>
          </a:bodyPr>
          <a:lstStyle/>
          <a:p>
            <a:pPr algn="l"/>
            <a:r>
              <a:rPr sz="1000">
                <a:solidFill>
                  <a:srgbClr val="5E5C59"/>
                </a:solidFill>
                <a:latin typeface="Fragment Mono"/>
              </a:rPr>
              <a:t>SPEAKER</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30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par>
                                <p:cTn id="8" presetID="10" presetClass="entr" presetSubtype="0" fill="hold" nodeType="withEffect">
                                  <p:stCondLst>
                                    <p:cond delay="50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600"/>
                                        <p:tgtEl>
                                          <p:spTgt spid="12"/>
                                        </p:tgtEl>
                                      </p:cBhvr>
                                    </p:animEffect>
                                  </p:childTnLst>
                                </p:cTn>
                              </p:par>
                              <p:par>
                                <p:cTn id="11" presetID="10" presetClass="entr" presetSubtype="0" fill="hold" nodeType="withEffect">
                                  <p:stCondLst>
                                    <p:cond delay="70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600"/>
                                        <p:tgtEl>
                                          <p:spTgt spid="13"/>
                                        </p:tgtEl>
                                      </p:cBhvr>
                                    </p:animEffect>
                                  </p:childTnLst>
                                </p:cTn>
                              </p:par>
                              <p:par>
                                <p:cTn id="14" presetID="10" presetClass="entr" presetSubtype="0" fill="hold" nodeType="withEffect">
                                  <p:stCondLst>
                                    <p:cond delay="90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600"/>
                                        <p:tgtEl>
                                          <p:spTgt spid="14"/>
                                        </p:tgtEl>
                                      </p:cBhvr>
                                    </p:animEffect>
                                  </p:childTnLst>
                                </p:cTn>
                              </p:par>
                              <p:par>
                                <p:cTn id="17" presetID="10" presetClass="entr" presetSubtype="0" fill="hold" nodeType="withEffect">
                                  <p:stCondLst>
                                    <p:cond delay="30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600"/>
                                        <p:tgtEl>
                                          <p:spTgt spid="15"/>
                                        </p:tgtEl>
                                      </p:cBhvr>
                                    </p:animEffect>
                                  </p:childTnLst>
                                </p:cTn>
                              </p:par>
                              <p:par>
                                <p:cTn id="20" presetID="10" presetClass="entr" presetSubtype="0" fill="hold" nodeType="withEffect">
                                  <p:stCondLst>
                                    <p:cond delay="50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600"/>
                                        <p:tgtEl>
                                          <p:spTgt spid="16"/>
                                        </p:tgtEl>
                                      </p:cBhvr>
                                    </p:animEffect>
                                  </p:childTnLst>
                                </p:cTn>
                              </p:par>
                              <p:par>
                                <p:cTn id="23" presetID="10" presetClass="entr" presetSubtype="0" fill="hold" nodeType="withEffect">
                                  <p:stCondLst>
                                    <p:cond delay="70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600"/>
                                        <p:tgtEl>
                                          <p:spTgt spid="17"/>
                                        </p:tgtEl>
                                      </p:cBhvr>
                                    </p:animEffect>
                                  </p:childTnLst>
                                </p:cTn>
                              </p:par>
                              <p:par>
                                <p:cTn id="26" presetID="10" presetClass="entr" presetSubtype="0" fill="hold" nodeType="withEffect">
                                  <p:stCondLst>
                                    <p:cond delay="90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sp>
        <p:nvSpPr>
          <p:cNvPr id="2" name="TextBox 1"/>
          <p:cNvSpPr txBox="1"/>
          <p:nvPr/>
        </p:nvSpPr>
        <p:spPr>
          <a:xfrm>
            <a:off x="822960" y="1280160"/>
            <a:ext cx="4846320" cy="914400"/>
          </a:xfrm>
          <a:prstGeom prst="rect">
            <a:avLst/>
          </a:prstGeom>
          <a:noFill/>
        </p:spPr>
        <p:txBody>
          <a:bodyPr wrap="square" lIns="0" rIns="0" tIns="0" bIns="0" anchor="t">
            <a:spAutoFit/>
          </a:bodyPr>
          <a:lstStyle/>
          <a:p>
            <a:pPr algn="l">
              <a:lnSpc>
                <a:spcPct val="105000"/>
              </a:lnSpc>
            </a:pPr>
            <a:r>
              <a:rPr sz="4000">
                <a:solidFill>
                  <a:srgbClr val="F2F0EC"/>
                </a:solidFill>
                <a:latin typeface="Switzer Extralight"/>
              </a:rPr>
              <a:t>Or use the camera.</a:t>
            </a:r>
          </a:p>
        </p:txBody>
      </p:sp>
      <p:sp>
        <p:nvSpPr>
          <p:cNvPr id="3" name="TextBox 2"/>
          <p:cNvSpPr txBox="1"/>
          <p:nvPr/>
        </p:nvSpPr>
        <p:spPr>
          <a:xfrm>
            <a:off x="822960" y="2194560"/>
            <a:ext cx="4023360" cy="1280160"/>
          </a:xfrm>
          <a:prstGeom prst="rect">
            <a:avLst/>
          </a:prstGeom>
          <a:noFill/>
        </p:spPr>
        <p:txBody>
          <a:bodyPr wrap="square" lIns="0" rIns="0" tIns="0" bIns="0" anchor="t">
            <a:spAutoFit/>
          </a:bodyPr>
          <a:lstStyle/>
          <a:p>
            <a:pPr algn="l">
              <a:lnSpc>
                <a:spcPct val="125000"/>
              </a:lnSpc>
            </a:pPr>
            <a:r>
              <a:rPr sz="1600">
                <a:solidFill>
                  <a:srgbClr val="9A9894"/>
                </a:solidFill>
                <a:latin typeface="Switzer Light"/>
              </a:rPr>
              <a:t>Optional and off by default. Pinch in front of the screen to control things from across the desk.</a:t>
            </a:r>
          </a:p>
        </p:txBody>
      </p:sp>
      <p:cxnSp>
        <p:nvCxnSpPr>
          <p:cNvPr id="4" name="Connector 3"/>
          <p:cNvCxnSpPr/>
          <p:nvPr/>
        </p:nvCxnSpPr>
        <p:spPr>
          <a:xfrm>
            <a:off x="822960" y="3931920"/>
            <a:ext cx="3840480"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4023360"/>
            <a:ext cx="3840480" cy="365760"/>
          </a:xfrm>
          <a:prstGeom prst="rect">
            <a:avLst/>
          </a:prstGeom>
          <a:noFill/>
        </p:spPr>
        <p:txBody>
          <a:bodyPr wrap="square" lIns="0" rIns="0" tIns="0" bIns="0" anchor="t">
            <a:spAutoFit/>
          </a:bodyPr>
          <a:lstStyle/>
          <a:p>
            <a:pPr algn="l"/>
            <a:r>
              <a:rPr sz="1600">
                <a:solidFill>
                  <a:srgbClr val="F2F0EC"/>
                </a:solidFill>
                <a:latin typeface="Switzer Light"/>
              </a:rPr>
              <a:t>Air tap</a:t>
            </a:r>
          </a:p>
        </p:txBody>
      </p:sp>
      <p:cxnSp>
        <p:nvCxnSpPr>
          <p:cNvPr id="6" name="Connector 5"/>
          <p:cNvCxnSpPr/>
          <p:nvPr/>
        </p:nvCxnSpPr>
        <p:spPr>
          <a:xfrm>
            <a:off x="822960" y="4389120"/>
            <a:ext cx="3840480"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80560"/>
            <a:ext cx="3840480" cy="365760"/>
          </a:xfrm>
          <a:prstGeom prst="rect">
            <a:avLst/>
          </a:prstGeom>
          <a:noFill/>
        </p:spPr>
        <p:txBody>
          <a:bodyPr wrap="square" lIns="0" rIns="0" tIns="0" bIns="0" anchor="t">
            <a:spAutoFit/>
          </a:bodyPr>
          <a:lstStyle/>
          <a:p>
            <a:pPr algn="l"/>
            <a:r>
              <a:rPr sz="1600">
                <a:solidFill>
                  <a:srgbClr val="F2F0EC"/>
                </a:solidFill>
                <a:latin typeface="Switzer Light"/>
              </a:rPr>
              <a:t>Pinch and turn, like a dial</a:t>
            </a:r>
          </a:p>
        </p:txBody>
      </p:sp>
      <p:cxnSp>
        <p:nvCxnSpPr>
          <p:cNvPr id="8" name="Connector 7"/>
          <p:cNvCxnSpPr/>
          <p:nvPr/>
        </p:nvCxnSpPr>
        <p:spPr>
          <a:xfrm>
            <a:off x="822960" y="4846320"/>
            <a:ext cx="3840480"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4937760"/>
            <a:ext cx="3840480" cy="365760"/>
          </a:xfrm>
          <a:prstGeom prst="rect">
            <a:avLst/>
          </a:prstGeom>
          <a:noFill/>
        </p:spPr>
        <p:txBody>
          <a:bodyPr wrap="square" lIns="0" rIns="0" tIns="0" bIns="0" anchor="t">
            <a:spAutoFit/>
          </a:bodyPr>
          <a:lstStyle/>
          <a:p>
            <a:pPr algn="l"/>
            <a:r>
              <a:rPr sz="1600">
                <a:solidFill>
                  <a:srgbClr val="F2F0EC"/>
                </a:solidFill>
                <a:latin typeface="Switzer Light"/>
              </a:rPr>
              <a:t>Pinch and drag</a:t>
            </a:r>
          </a:p>
        </p:txBody>
      </p:sp>
      <p:cxnSp>
        <p:nvCxnSpPr>
          <p:cNvPr id="10" name="Connector 9"/>
          <p:cNvCxnSpPr/>
          <p:nvPr/>
        </p:nvCxnSpPr>
        <p:spPr>
          <a:xfrm>
            <a:off x="822960" y="5303520"/>
            <a:ext cx="3840480"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2960" y="5394960"/>
            <a:ext cx="3840480" cy="365760"/>
          </a:xfrm>
          <a:prstGeom prst="rect">
            <a:avLst/>
          </a:prstGeom>
          <a:noFill/>
        </p:spPr>
        <p:txBody>
          <a:bodyPr wrap="square" lIns="0" rIns="0" tIns="0" bIns="0" anchor="t">
            <a:spAutoFit/>
          </a:bodyPr>
          <a:lstStyle/>
          <a:p>
            <a:pPr algn="l"/>
            <a:r>
              <a:rPr sz="1600">
                <a:solidFill>
                  <a:srgbClr val="F2F0EC"/>
                </a:solidFill>
                <a:latin typeface="Switzer Light"/>
              </a:rPr>
              <a:t>Palm swipe</a:t>
            </a:r>
          </a:p>
        </p:txBody>
      </p:sp>
      <p:sp>
        <p:nvSpPr>
          <p:cNvPr id="12" name="TextBox 11"/>
          <p:cNvSpPr txBox="1"/>
          <p:nvPr/>
        </p:nvSpPr>
        <p:spPr>
          <a:xfrm>
            <a:off x="822960" y="5943600"/>
            <a:ext cx="5486400" cy="274320"/>
          </a:xfrm>
          <a:prstGeom prst="rect">
            <a:avLst/>
          </a:prstGeom>
          <a:noFill/>
        </p:spPr>
        <p:txBody>
          <a:bodyPr wrap="square" lIns="0" rIns="0" tIns="0" bIns="0" anchor="t">
            <a:spAutoFit/>
          </a:bodyPr>
          <a:lstStyle/>
          <a:p>
            <a:pPr algn="l"/>
            <a:r>
              <a:rPr sz="1000">
                <a:solidFill>
                  <a:srgbClr val="5E5C59"/>
                </a:solidFill>
                <a:latin typeface="Fragment Mono"/>
              </a:rPr>
              <a:t>PROCESSED ON THE MAC. NO VIDEO IS SAVED OR SENT.</a:t>
            </a:r>
          </a:p>
        </p:txBody>
      </p:sp>
      <p:sp>
        <p:nvSpPr>
          <p:cNvPr id="13" name="Rounded Rectangle 12"/>
          <p:cNvSpPr/>
          <p:nvPr/>
        </p:nvSpPr>
        <p:spPr>
          <a:xfrm>
            <a:off x="5852160" y="1188720"/>
            <a:ext cx="5394960" cy="3383280"/>
          </a:xfrm>
          <a:prstGeom prst="roundRect">
            <a:avLst>
              <a:gd name="adj" fmla="val 4000"/>
            </a:avLst>
          </a:prstGeom>
          <a:noFill/>
          <a:ln w="9525">
            <a:solidFill>
              <a:srgbClr val="55535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035040" y="1417320"/>
            <a:ext cx="5029200" cy="2971800"/>
          </a:xfrm>
          <a:prstGeom prst="roundRect">
            <a:avLst>
              <a:gd name="adj" fmla="val 2000"/>
            </a:avLst>
          </a:prstGeom>
          <a:noFill/>
          <a:ln w="9525">
            <a:solidFill>
              <a:srgbClr val="3A393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503920" y="1261872"/>
            <a:ext cx="91440" cy="91440"/>
          </a:xfrm>
          <a:prstGeom prst="ellipse">
            <a:avLst/>
          </a:prstGeom>
          <a:solidFill>
            <a:srgbClr val="F2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5577840" y="4617720"/>
            <a:ext cx="5943600" cy="0"/>
          </a:xfrm>
          <a:prstGeom prst="line">
            <a:avLst/>
          </a:prstGeom>
          <a:ln w="15875">
            <a:solidFill>
              <a:srgbClr val="55535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046720" y="5257800"/>
            <a:ext cx="1005840" cy="384048"/>
          </a:xfrm>
          <a:prstGeom prst="roundRect">
            <a:avLst>
              <a:gd name="adj" fmla="val 50000"/>
            </a:avLst>
          </a:prstGeom>
          <a:noFill/>
          <a:ln w="12700">
            <a:solidFill>
              <a:srgbClr val="F2F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89720" y="5330952"/>
            <a:ext cx="2743200" cy="274320"/>
          </a:xfrm>
          <a:prstGeom prst="rect">
            <a:avLst/>
          </a:prstGeom>
          <a:noFill/>
        </p:spPr>
        <p:txBody>
          <a:bodyPr wrap="square" lIns="0" rIns="0" tIns="0" bIns="0" anchor="t">
            <a:spAutoFit/>
          </a:bodyPr>
          <a:lstStyle/>
          <a:p>
            <a:pPr algn="l"/>
            <a:r>
              <a:rPr sz="1000">
                <a:solidFill>
                  <a:srgbClr val="9A9894"/>
                </a:solidFill>
                <a:latin typeface="Fragment Mono"/>
              </a:rPr>
              <a:t>YOUR HAND, IN FRONT</a:t>
            </a:r>
          </a:p>
        </p:txBody>
      </p:sp>
      <p:sp>
        <p:nvSpPr>
          <p:cNvPr id="19" name="TextBox 18"/>
          <p:cNvSpPr txBox="1"/>
          <p:nvPr/>
        </p:nvSpPr>
        <p:spPr>
          <a:xfrm>
            <a:off x="8686800" y="1463040"/>
            <a:ext cx="2743200" cy="274320"/>
          </a:xfrm>
          <a:prstGeom prst="rect">
            <a:avLst/>
          </a:prstGeom>
          <a:noFill/>
        </p:spPr>
        <p:txBody>
          <a:bodyPr wrap="square" lIns="0" rIns="0" tIns="0" bIns="0" anchor="t">
            <a:spAutoFit/>
          </a:bodyPr>
          <a:lstStyle/>
          <a:p>
            <a:pPr algn="l"/>
            <a:r>
              <a:rPr sz="1000">
                <a:solidFill>
                  <a:srgbClr val="9A9894"/>
                </a:solidFill>
                <a:latin typeface="Fragment Mono"/>
              </a:rPr>
              <a:t>CAMERA</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40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900"/>
                                        <p:tgtEl>
                                          <p:spTgt spid="17"/>
                                        </p:tgtEl>
                                      </p:cBhvr>
                                    </p:animEffect>
                                    <p:anim calcmode="lin" valueType="num">
                                      <p:cBhvr>
                                        <p:cTn id="8" dur="1200" decel="10000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sp>
        <p:nvSpPr>
          <p:cNvPr id="2" name="TextBox 1"/>
          <p:cNvSpPr txBox="1"/>
          <p:nvPr/>
        </p:nvSpPr>
        <p:spPr>
          <a:xfrm>
            <a:off x="822960" y="822960"/>
            <a:ext cx="10515600" cy="914400"/>
          </a:xfrm>
          <a:prstGeom prst="rect">
            <a:avLst/>
          </a:prstGeom>
          <a:noFill/>
        </p:spPr>
        <p:txBody>
          <a:bodyPr wrap="square" lIns="0" rIns="0" tIns="0" bIns="0" anchor="t">
            <a:spAutoFit/>
          </a:bodyPr>
          <a:lstStyle/>
          <a:p>
            <a:pPr algn="l"/>
            <a:r>
              <a:rPr sz="4000">
                <a:solidFill>
                  <a:srgbClr val="F2F0EC"/>
                </a:solidFill>
                <a:latin typeface="Switzer Extralight"/>
              </a:rPr>
              <a:t>It works.</a:t>
            </a:r>
          </a:p>
        </p:txBody>
      </p:sp>
      <p:cxnSp>
        <p:nvCxnSpPr>
          <p:cNvPr id="3" name="Connector 2"/>
          <p:cNvCxnSpPr/>
          <p:nvPr/>
        </p:nvCxnSpPr>
        <p:spPr>
          <a:xfrm>
            <a:off x="822960" y="2560320"/>
            <a:ext cx="3058058"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22960" y="2743200"/>
            <a:ext cx="3515258" cy="1463040"/>
          </a:xfrm>
          <a:prstGeom prst="rect">
            <a:avLst/>
          </a:prstGeom>
          <a:noFill/>
        </p:spPr>
        <p:txBody>
          <a:bodyPr wrap="square" lIns="0" rIns="0" tIns="0" bIns="0" anchor="t">
            <a:spAutoFit/>
          </a:bodyPr>
          <a:lstStyle/>
          <a:p>
            <a:pPr algn="l"/>
            <a:r>
              <a:rPr sz="9600">
                <a:solidFill>
                  <a:srgbClr val="F2F0EC"/>
                </a:solidFill>
                <a:latin typeface="Switzer Extralight"/>
              </a:rPr>
              <a:t>1.4%</a:t>
            </a:r>
          </a:p>
        </p:txBody>
      </p:sp>
      <p:sp>
        <p:nvSpPr>
          <p:cNvPr id="5" name="TextBox 4"/>
          <p:cNvSpPr txBox="1"/>
          <p:nvPr/>
        </p:nvSpPr>
        <p:spPr>
          <a:xfrm>
            <a:off x="822960" y="4297680"/>
            <a:ext cx="3149498" cy="457200"/>
          </a:xfrm>
          <a:prstGeom prst="rect">
            <a:avLst/>
          </a:prstGeom>
          <a:noFill/>
        </p:spPr>
        <p:txBody>
          <a:bodyPr wrap="square" lIns="0" rIns="0" tIns="0" bIns="0" anchor="t">
            <a:spAutoFit/>
          </a:bodyPr>
          <a:lstStyle/>
          <a:p>
            <a:pPr algn="l"/>
            <a:r>
              <a:rPr sz="1800">
                <a:solidFill>
                  <a:srgbClr val="F2F0EC"/>
                </a:solidFill>
                <a:latin typeface="Switzer Light"/>
              </a:rPr>
              <a:t>wrong taps</a:t>
            </a:r>
          </a:p>
        </p:txBody>
      </p:sp>
      <p:sp>
        <p:nvSpPr>
          <p:cNvPr id="6" name="TextBox 5"/>
          <p:cNvSpPr txBox="1"/>
          <p:nvPr/>
        </p:nvSpPr>
        <p:spPr>
          <a:xfrm>
            <a:off x="822960" y="4754880"/>
            <a:ext cx="2743200" cy="274320"/>
          </a:xfrm>
          <a:prstGeom prst="rect">
            <a:avLst/>
          </a:prstGeom>
          <a:noFill/>
        </p:spPr>
        <p:txBody>
          <a:bodyPr wrap="square" lIns="0" rIns="0" tIns="0" bIns="0" anchor="t">
            <a:spAutoFit/>
          </a:bodyPr>
          <a:lstStyle/>
          <a:p>
            <a:pPr algn="l"/>
            <a:r>
              <a:rPr sz="1000">
                <a:solidFill>
                  <a:srgbClr val="5E5C59"/>
                </a:solidFill>
                <a:latin typeface="Fragment Mono"/>
              </a:rPr>
              <a:t>FROM 16.5%</a:t>
            </a:r>
          </a:p>
        </p:txBody>
      </p:sp>
      <p:cxnSp>
        <p:nvCxnSpPr>
          <p:cNvPr id="7" name="Connector 6"/>
          <p:cNvCxnSpPr/>
          <p:nvPr/>
        </p:nvCxnSpPr>
        <p:spPr>
          <a:xfrm>
            <a:off x="4338218" y="2560320"/>
            <a:ext cx="3058058"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338218" y="2743200"/>
            <a:ext cx="3515258" cy="1463040"/>
          </a:xfrm>
          <a:prstGeom prst="rect">
            <a:avLst/>
          </a:prstGeom>
          <a:noFill/>
        </p:spPr>
        <p:txBody>
          <a:bodyPr wrap="square" lIns="0" rIns="0" tIns="0" bIns="0" anchor="t">
            <a:spAutoFit/>
          </a:bodyPr>
          <a:lstStyle/>
          <a:p>
            <a:pPr algn="l"/>
            <a:r>
              <a:rPr sz="9600">
                <a:solidFill>
                  <a:srgbClr val="F2F0EC"/>
                </a:solidFill>
                <a:latin typeface="Switzer Extralight"/>
              </a:rPr>
              <a:t>0</a:t>
            </a:r>
          </a:p>
        </p:txBody>
      </p:sp>
      <p:sp>
        <p:nvSpPr>
          <p:cNvPr id="9" name="TextBox 8"/>
          <p:cNvSpPr txBox="1"/>
          <p:nvPr/>
        </p:nvSpPr>
        <p:spPr>
          <a:xfrm>
            <a:off x="4338218" y="4297680"/>
            <a:ext cx="3149498" cy="457200"/>
          </a:xfrm>
          <a:prstGeom prst="rect">
            <a:avLst/>
          </a:prstGeom>
          <a:noFill/>
        </p:spPr>
        <p:txBody>
          <a:bodyPr wrap="square" lIns="0" rIns="0" tIns="0" bIns="0" anchor="t">
            <a:spAutoFit/>
          </a:bodyPr>
          <a:lstStyle/>
          <a:p>
            <a:pPr algn="l"/>
            <a:r>
              <a:rPr sz="1800">
                <a:solidFill>
                  <a:srgbClr val="F2F0EC"/>
                </a:solidFill>
                <a:latin typeface="Switzer Light"/>
              </a:rPr>
              <a:t>false taps when you move it</a:t>
            </a:r>
          </a:p>
        </p:txBody>
      </p:sp>
      <p:sp>
        <p:nvSpPr>
          <p:cNvPr id="10" name="TextBox 9"/>
          <p:cNvSpPr txBox="1"/>
          <p:nvPr/>
        </p:nvSpPr>
        <p:spPr>
          <a:xfrm>
            <a:off x="4338218" y="4754880"/>
            <a:ext cx="2743200" cy="274320"/>
          </a:xfrm>
          <a:prstGeom prst="rect">
            <a:avLst/>
          </a:prstGeom>
          <a:noFill/>
        </p:spPr>
        <p:txBody>
          <a:bodyPr wrap="square" lIns="0" rIns="0" tIns="0" bIns="0" anchor="t">
            <a:spAutoFit/>
          </a:bodyPr>
          <a:lstStyle/>
          <a:p>
            <a:pPr algn="l"/>
            <a:r>
              <a:rPr sz="1000">
                <a:solidFill>
                  <a:srgbClr val="5E5C59"/>
                </a:solidFill>
                <a:latin typeface="Fragment Mono"/>
              </a:rPr>
              <a:t>FROM 2 A MINUTE</a:t>
            </a:r>
          </a:p>
        </p:txBody>
      </p:sp>
      <p:cxnSp>
        <p:nvCxnSpPr>
          <p:cNvPr id="11" name="Connector 10"/>
          <p:cNvCxnSpPr/>
          <p:nvPr/>
        </p:nvCxnSpPr>
        <p:spPr>
          <a:xfrm>
            <a:off x="7853476" y="2560320"/>
            <a:ext cx="3058058"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53476" y="2743200"/>
            <a:ext cx="3515258" cy="1463040"/>
          </a:xfrm>
          <a:prstGeom prst="rect">
            <a:avLst/>
          </a:prstGeom>
          <a:noFill/>
        </p:spPr>
        <p:txBody>
          <a:bodyPr wrap="square" lIns="0" rIns="0" tIns="0" bIns="0" anchor="t">
            <a:spAutoFit/>
          </a:bodyPr>
          <a:lstStyle/>
          <a:p>
            <a:pPr algn="l"/>
            <a:r>
              <a:rPr sz="9600">
                <a:solidFill>
                  <a:srgbClr val="F2F0EC"/>
                </a:solidFill>
                <a:latin typeface="Switzer Extralight"/>
              </a:rPr>
              <a:t>84%</a:t>
            </a:r>
          </a:p>
        </p:txBody>
      </p:sp>
      <p:sp>
        <p:nvSpPr>
          <p:cNvPr id="13" name="TextBox 12"/>
          <p:cNvSpPr txBox="1"/>
          <p:nvPr/>
        </p:nvSpPr>
        <p:spPr>
          <a:xfrm>
            <a:off x="7853476" y="4297680"/>
            <a:ext cx="3149498" cy="457200"/>
          </a:xfrm>
          <a:prstGeom prst="rect">
            <a:avLst/>
          </a:prstGeom>
          <a:noFill/>
        </p:spPr>
        <p:txBody>
          <a:bodyPr wrap="square" lIns="0" rIns="0" tIns="0" bIns="0" anchor="t">
            <a:spAutoFit/>
          </a:bodyPr>
          <a:lstStyle/>
          <a:p>
            <a:pPr algn="l"/>
            <a:r>
              <a:rPr sz="1800">
                <a:solidFill>
                  <a:srgbClr val="F2F0EC"/>
                </a:solidFill>
                <a:latin typeface="Switzer Light"/>
              </a:rPr>
              <a:t>taps caught on a lap</a:t>
            </a:r>
          </a:p>
        </p:txBody>
      </p:sp>
      <p:sp>
        <p:nvSpPr>
          <p:cNvPr id="14" name="TextBox 13"/>
          <p:cNvSpPr txBox="1"/>
          <p:nvPr/>
        </p:nvSpPr>
        <p:spPr>
          <a:xfrm>
            <a:off x="7853476" y="4754880"/>
            <a:ext cx="2743200" cy="274320"/>
          </a:xfrm>
          <a:prstGeom prst="rect">
            <a:avLst/>
          </a:prstGeom>
          <a:noFill/>
        </p:spPr>
        <p:txBody>
          <a:bodyPr wrap="square" lIns="0" rIns="0" tIns="0" bIns="0" anchor="t">
            <a:spAutoFit/>
          </a:bodyPr>
          <a:lstStyle/>
          <a:p>
            <a:pPr algn="l"/>
            <a:r>
              <a:rPr sz="1000">
                <a:solidFill>
                  <a:srgbClr val="5E5C59"/>
                </a:solidFill>
                <a:latin typeface="Fragment Mono"/>
              </a:rPr>
              <a:t>FROM 0%</a:t>
            </a:r>
          </a:p>
        </p:txBody>
      </p:sp>
      <p:sp>
        <p:nvSpPr>
          <p:cNvPr id="15" name="TextBox 14"/>
          <p:cNvSpPr txBox="1"/>
          <p:nvPr/>
        </p:nvSpPr>
        <p:spPr>
          <a:xfrm>
            <a:off x="822960" y="6126480"/>
            <a:ext cx="10545775" cy="365760"/>
          </a:xfrm>
          <a:prstGeom prst="rect">
            <a:avLst/>
          </a:prstGeom>
          <a:noFill/>
        </p:spPr>
        <p:txBody>
          <a:bodyPr wrap="square" lIns="0" rIns="0" tIns="0" bIns="0" anchor="t">
            <a:spAutoFit/>
          </a:bodyPr>
          <a:lstStyle/>
          <a:p>
            <a:pPr algn="l"/>
            <a:r>
              <a:rPr sz="1300">
                <a:solidFill>
                  <a:srgbClr val="5E5C59"/>
                </a:solidFill>
                <a:latin typeface="Switzer Light"/>
              </a:rPr>
              <a:t>Measured on our own recordings and re-checked independently.</a:t>
            </a:r>
          </a:p>
        </p:txBody>
      </p:sp>
    </p:spTree>
  </p:cSld>
  <p:clrMapOvr>
    <a:masterClrMapping/>
  </p:clrMapOvr>
  <p:transition spd="slow">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sp>
        <p:nvSpPr>
          <p:cNvPr id="2" name="TextBox 1"/>
          <p:cNvSpPr txBox="1"/>
          <p:nvPr/>
        </p:nvSpPr>
        <p:spPr>
          <a:xfrm>
            <a:off x="822960" y="822960"/>
            <a:ext cx="10515600" cy="914400"/>
          </a:xfrm>
          <a:prstGeom prst="rect">
            <a:avLst/>
          </a:prstGeom>
          <a:noFill/>
        </p:spPr>
        <p:txBody>
          <a:bodyPr wrap="square" lIns="0" rIns="0" tIns="0" bIns="0" anchor="t">
            <a:spAutoFit/>
          </a:bodyPr>
          <a:lstStyle/>
          <a:p>
            <a:pPr algn="l"/>
            <a:r>
              <a:rPr sz="4000">
                <a:solidFill>
                  <a:srgbClr val="F2F0EC"/>
                </a:solidFill>
                <a:latin typeface="Switzer Extralight"/>
              </a:rPr>
              <a:t>Who it's for.</a:t>
            </a:r>
          </a:p>
        </p:txBody>
      </p:sp>
      <p:sp>
        <p:nvSpPr>
          <p:cNvPr id="3" name="TextBox 2"/>
          <p:cNvSpPr txBox="1"/>
          <p:nvPr/>
        </p:nvSpPr>
        <p:spPr>
          <a:xfrm>
            <a:off x="822960" y="1600200"/>
            <a:ext cx="10058400" cy="457200"/>
          </a:xfrm>
          <a:prstGeom prst="rect">
            <a:avLst/>
          </a:prstGeom>
          <a:noFill/>
        </p:spPr>
        <p:txBody>
          <a:bodyPr wrap="square" lIns="0" rIns="0" tIns="0" bIns="0" anchor="t">
            <a:spAutoFit/>
          </a:bodyPr>
          <a:lstStyle/>
          <a:p>
            <a:pPr algn="l"/>
            <a:r>
              <a:rPr sz="1600">
                <a:solidFill>
                  <a:srgbClr val="9A9894"/>
                </a:solidFill>
                <a:latin typeface="Switzer Light"/>
              </a:rPr>
              <a:t>Anyone who lives on a MacBook and repeats the same few actions all day.</a:t>
            </a:r>
          </a:p>
        </p:txBody>
      </p:sp>
      <p:cxnSp>
        <p:nvCxnSpPr>
          <p:cNvPr id="4" name="Connector 3"/>
          <p:cNvCxnSpPr/>
          <p:nvPr/>
        </p:nvCxnSpPr>
        <p:spPr>
          <a:xfrm>
            <a:off x="822960" y="3017520"/>
            <a:ext cx="2316403"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3200400"/>
            <a:ext cx="2362123" cy="822960"/>
          </a:xfrm>
          <a:prstGeom prst="rect">
            <a:avLst/>
          </a:prstGeom>
          <a:noFill/>
        </p:spPr>
        <p:txBody>
          <a:bodyPr wrap="square" lIns="0" rIns="0" tIns="0" bIns="0" anchor="t">
            <a:spAutoFit/>
          </a:bodyPr>
          <a:lstStyle/>
          <a:p>
            <a:pPr algn="l">
              <a:lnSpc>
                <a:spcPct val="105000"/>
              </a:lnSpc>
            </a:pPr>
            <a:r>
              <a:rPr sz="2400">
                <a:solidFill>
                  <a:srgbClr val="F2F0EC"/>
                </a:solidFill>
                <a:latin typeface="Switzer Extralight"/>
              </a:rPr>
              <a:t>Spreadsheet people</a:t>
            </a:r>
          </a:p>
        </p:txBody>
      </p:sp>
      <p:sp>
        <p:nvSpPr>
          <p:cNvPr id="6" name="TextBox 5"/>
          <p:cNvSpPr txBox="1"/>
          <p:nvPr/>
        </p:nvSpPr>
        <p:spPr>
          <a:xfrm>
            <a:off x="822960" y="4114800"/>
            <a:ext cx="2270683" cy="914400"/>
          </a:xfrm>
          <a:prstGeom prst="rect">
            <a:avLst/>
          </a:prstGeom>
          <a:noFill/>
        </p:spPr>
        <p:txBody>
          <a:bodyPr wrap="square" lIns="0" rIns="0" tIns="0" bIns="0" anchor="t">
            <a:spAutoFit/>
          </a:bodyPr>
          <a:lstStyle/>
          <a:p>
            <a:pPr algn="l">
              <a:lnSpc>
                <a:spcPct val="120000"/>
              </a:lnSpc>
            </a:pPr>
            <a:r>
              <a:rPr sz="1500">
                <a:solidFill>
                  <a:srgbClr val="9A9894"/>
                </a:solidFill>
                <a:latin typeface="Switzer Light"/>
              </a:rPr>
              <a:t>Run a macro or AutoSum with a palm tap.</a:t>
            </a:r>
          </a:p>
        </p:txBody>
      </p:sp>
      <p:cxnSp>
        <p:nvCxnSpPr>
          <p:cNvPr id="7" name="Connector 6"/>
          <p:cNvCxnSpPr/>
          <p:nvPr/>
        </p:nvCxnSpPr>
        <p:spPr>
          <a:xfrm>
            <a:off x="3459403" y="3017520"/>
            <a:ext cx="2316403"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59403" y="3200400"/>
            <a:ext cx="2362123" cy="822960"/>
          </a:xfrm>
          <a:prstGeom prst="rect">
            <a:avLst/>
          </a:prstGeom>
          <a:noFill/>
        </p:spPr>
        <p:txBody>
          <a:bodyPr wrap="square" lIns="0" rIns="0" tIns="0" bIns="0" anchor="t">
            <a:spAutoFit/>
          </a:bodyPr>
          <a:lstStyle/>
          <a:p>
            <a:pPr algn="l">
              <a:lnSpc>
                <a:spcPct val="105000"/>
              </a:lnSpc>
            </a:pPr>
            <a:r>
              <a:rPr sz="2400">
                <a:solidFill>
                  <a:srgbClr val="F2F0EC"/>
                </a:solidFill>
                <a:latin typeface="Switzer Extralight"/>
              </a:rPr>
              <a:t>Designers</a:t>
            </a:r>
          </a:p>
        </p:txBody>
      </p:sp>
      <p:sp>
        <p:nvSpPr>
          <p:cNvPr id="9" name="TextBox 8"/>
          <p:cNvSpPr txBox="1"/>
          <p:nvPr/>
        </p:nvSpPr>
        <p:spPr>
          <a:xfrm>
            <a:off x="3459403" y="4114800"/>
            <a:ext cx="2270683" cy="914400"/>
          </a:xfrm>
          <a:prstGeom prst="rect">
            <a:avLst/>
          </a:prstGeom>
          <a:noFill/>
        </p:spPr>
        <p:txBody>
          <a:bodyPr wrap="square" lIns="0" rIns="0" tIns="0" bIns="0" anchor="t">
            <a:spAutoFit/>
          </a:bodyPr>
          <a:lstStyle/>
          <a:p>
            <a:pPr algn="l">
              <a:lnSpc>
                <a:spcPct val="120000"/>
              </a:lnSpc>
            </a:pPr>
            <a:r>
              <a:rPr sz="1500">
                <a:solidFill>
                  <a:srgbClr val="9A9894"/>
                </a:solidFill>
                <a:latin typeface="Switzer Light"/>
              </a:rPr>
              <a:t>Undo and switch tools without leaving the canvas.</a:t>
            </a:r>
          </a:p>
        </p:txBody>
      </p:sp>
      <p:cxnSp>
        <p:nvCxnSpPr>
          <p:cNvPr id="10" name="Connector 9"/>
          <p:cNvCxnSpPr/>
          <p:nvPr/>
        </p:nvCxnSpPr>
        <p:spPr>
          <a:xfrm>
            <a:off x="6095847" y="3017520"/>
            <a:ext cx="2316403"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5847" y="3200400"/>
            <a:ext cx="2362123" cy="822960"/>
          </a:xfrm>
          <a:prstGeom prst="rect">
            <a:avLst/>
          </a:prstGeom>
          <a:noFill/>
        </p:spPr>
        <p:txBody>
          <a:bodyPr wrap="square" lIns="0" rIns="0" tIns="0" bIns="0" anchor="t">
            <a:spAutoFit/>
          </a:bodyPr>
          <a:lstStyle/>
          <a:p>
            <a:pPr algn="l">
              <a:lnSpc>
                <a:spcPct val="105000"/>
              </a:lnSpc>
            </a:pPr>
            <a:r>
              <a:rPr sz="2400">
                <a:solidFill>
                  <a:srgbClr val="F2F0EC"/>
                </a:solidFill>
                <a:latin typeface="Switzer Extralight"/>
              </a:rPr>
              <a:t>Developers</a:t>
            </a:r>
          </a:p>
        </p:txBody>
      </p:sp>
      <p:sp>
        <p:nvSpPr>
          <p:cNvPr id="12" name="TextBox 11"/>
          <p:cNvSpPr txBox="1"/>
          <p:nvPr/>
        </p:nvSpPr>
        <p:spPr>
          <a:xfrm>
            <a:off x="6095847" y="4114800"/>
            <a:ext cx="2270683" cy="914400"/>
          </a:xfrm>
          <a:prstGeom prst="rect">
            <a:avLst/>
          </a:prstGeom>
          <a:noFill/>
        </p:spPr>
        <p:txBody>
          <a:bodyPr wrap="square" lIns="0" rIns="0" tIns="0" bIns="0" anchor="t">
            <a:spAutoFit/>
          </a:bodyPr>
          <a:lstStyle/>
          <a:p>
            <a:pPr algn="l">
              <a:lnSpc>
                <a:spcPct val="120000"/>
              </a:lnSpc>
            </a:pPr>
            <a:r>
              <a:rPr sz="1500">
                <a:solidFill>
                  <a:srgbClr val="9A9894"/>
                </a:solidFill>
                <a:latin typeface="Switzer Light"/>
              </a:rPr>
              <a:t>Build, run and jump between windows.</a:t>
            </a:r>
          </a:p>
        </p:txBody>
      </p:sp>
      <p:cxnSp>
        <p:nvCxnSpPr>
          <p:cNvPr id="13" name="Connector 12"/>
          <p:cNvCxnSpPr/>
          <p:nvPr/>
        </p:nvCxnSpPr>
        <p:spPr>
          <a:xfrm>
            <a:off x="8732291" y="3017520"/>
            <a:ext cx="2316403"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732291" y="3200400"/>
            <a:ext cx="2362123" cy="822960"/>
          </a:xfrm>
          <a:prstGeom prst="rect">
            <a:avLst/>
          </a:prstGeom>
          <a:noFill/>
        </p:spPr>
        <p:txBody>
          <a:bodyPr wrap="square" lIns="0" rIns="0" tIns="0" bIns="0" anchor="t">
            <a:spAutoFit/>
          </a:bodyPr>
          <a:lstStyle/>
          <a:p>
            <a:pPr algn="l">
              <a:lnSpc>
                <a:spcPct val="105000"/>
              </a:lnSpc>
            </a:pPr>
            <a:r>
              <a:rPr sz="2400">
                <a:solidFill>
                  <a:srgbClr val="F2F0EC"/>
                </a:solidFill>
                <a:latin typeface="Switzer Extralight"/>
              </a:rPr>
              <a:t>Anyone on calls</a:t>
            </a:r>
          </a:p>
        </p:txBody>
      </p:sp>
      <p:sp>
        <p:nvSpPr>
          <p:cNvPr id="15" name="TextBox 14"/>
          <p:cNvSpPr txBox="1"/>
          <p:nvPr/>
        </p:nvSpPr>
        <p:spPr>
          <a:xfrm>
            <a:off x="8732291" y="4114800"/>
            <a:ext cx="2270683" cy="914400"/>
          </a:xfrm>
          <a:prstGeom prst="rect">
            <a:avLst/>
          </a:prstGeom>
          <a:noFill/>
        </p:spPr>
        <p:txBody>
          <a:bodyPr wrap="square" lIns="0" rIns="0" tIns="0" bIns="0" anchor="t">
            <a:spAutoFit/>
          </a:bodyPr>
          <a:lstStyle/>
          <a:p>
            <a:pPr algn="l">
              <a:lnSpc>
                <a:spcPct val="120000"/>
              </a:lnSpc>
            </a:pPr>
            <a:r>
              <a:rPr sz="1500">
                <a:solidFill>
                  <a:srgbClr val="9A9894"/>
                </a:solidFill>
                <a:latin typeface="Switzer Light"/>
              </a:rPr>
              <a:t>Mute with a tap they can find without looking.</a:t>
            </a:r>
          </a:p>
        </p:txBody>
      </p:sp>
      <p:sp>
        <p:nvSpPr>
          <p:cNvPr id="16" name="TextBox 15"/>
          <p:cNvSpPr txBox="1"/>
          <p:nvPr/>
        </p:nvSpPr>
        <p:spPr>
          <a:xfrm>
            <a:off x="822960" y="6126480"/>
            <a:ext cx="10545775" cy="365760"/>
          </a:xfrm>
          <a:prstGeom prst="rect">
            <a:avLst/>
          </a:prstGeom>
          <a:noFill/>
        </p:spPr>
        <p:txBody>
          <a:bodyPr wrap="square" lIns="0" rIns="0" tIns="0" bIns="0" anchor="t">
            <a:spAutoFit/>
          </a:bodyPr>
          <a:lstStyle/>
          <a:p>
            <a:pPr algn="l"/>
            <a:r>
              <a:rPr sz="1300">
                <a:solidFill>
                  <a:srgbClr val="5E5C59"/>
                </a:solidFill>
                <a:latin typeface="Switzer Light"/>
              </a:rPr>
              <a:t>Works on the MacBook they already carry: desk, couch, train.</a:t>
            </a:r>
          </a:p>
        </p:txBody>
      </p:sp>
    </p:spTree>
  </p:cSld>
  <p:clrMapOvr>
    <a:masterClrMapping/>
  </p:clrMapOvr>
  <p:transition spd="slow">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sp>
        <p:nvSpPr>
          <p:cNvPr id="2" name="TextBox 1"/>
          <p:cNvSpPr txBox="1"/>
          <p:nvPr/>
        </p:nvSpPr>
        <p:spPr>
          <a:xfrm>
            <a:off x="822960" y="822960"/>
            <a:ext cx="10515600" cy="914400"/>
          </a:xfrm>
          <a:prstGeom prst="rect">
            <a:avLst/>
          </a:prstGeom>
          <a:noFill/>
        </p:spPr>
        <p:txBody>
          <a:bodyPr wrap="square" lIns="0" rIns="0" tIns="0" bIns="0" anchor="t">
            <a:spAutoFit/>
          </a:bodyPr>
          <a:lstStyle/>
          <a:p>
            <a:pPr algn="l"/>
            <a:r>
              <a:rPr sz="4000">
                <a:solidFill>
                  <a:srgbClr val="F2F0EC"/>
                </a:solidFill>
                <a:latin typeface="Switzer Extralight"/>
              </a:rPr>
              <a:t>Free to try. Pay once to unlock everything.</a:t>
            </a:r>
          </a:p>
        </p:txBody>
      </p:sp>
      <p:cxnSp>
        <p:nvCxnSpPr>
          <p:cNvPr id="3" name="Connector 2"/>
          <p:cNvCxnSpPr/>
          <p:nvPr/>
        </p:nvCxnSpPr>
        <p:spPr>
          <a:xfrm>
            <a:off x="822960" y="2560320"/>
            <a:ext cx="3058058"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22960" y="2743200"/>
            <a:ext cx="2743200" cy="274320"/>
          </a:xfrm>
          <a:prstGeom prst="rect">
            <a:avLst/>
          </a:prstGeom>
          <a:noFill/>
        </p:spPr>
        <p:txBody>
          <a:bodyPr wrap="square" lIns="0" rIns="0" tIns="0" bIns="0" anchor="t">
            <a:spAutoFit/>
          </a:bodyPr>
          <a:lstStyle/>
          <a:p>
            <a:pPr algn="l"/>
            <a:r>
              <a:rPr sz="1000">
                <a:solidFill>
                  <a:srgbClr val="9A9894"/>
                </a:solidFill>
                <a:latin typeface="Fragment Mono"/>
              </a:rPr>
              <a:t>FREE</a:t>
            </a:r>
          </a:p>
        </p:txBody>
      </p:sp>
      <p:sp>
        <p:nvSpPr>
          <p:cNvPr id="5" name="TextBox 4"/>
          <p:cNvSpPr txBox="1"/>
          <p:nvPr/>
        </p:nvSpPr>
        <p:spPr>
          <a:xfrm>
            <a:off x="822960" y="3063240"/>
            <a:ext cx="3515258" cy="1463040"/>
          </a:xfrm>
          <a:prstGeom prst="rect">
            <a:avLst/>
          </a:prstGeom>
          <a:noFill/>
        </p:spPr>
        <p:txBody>
          <a:bodyPr wrap="square" lIns="0" rIns="0" tIns="0" bIns="0" anchor="t">
            <a:spAutoFit/>
          </a:bodyPr>
          <a:lstStyle/>
          <a:p>
            <a:pPr algn="l"/>
            <a:r>
              <a:rPr sz="9600">
                <a:solidFill>
                  <a:srgbClr val="F2F0EC"/>
                </a:solidFill>
                <a:latin typeface="Switzer Extralight"/>
              </a:rPr>
              <a:t>$0</a:t>
            </a:r>
          </a:p>
        </p:txBody>
      </p:sp>
      <p:sp>
        <p:nvSpPr>
          <p:cNvPr id="6" name="TextBox 5"/>
          <p:cNvSpPr txBox="1"/>
          <p:nvPr/>
        </p:nvSpPr>
        <p:spPr>
          <a:xfrm>
            <a:off x="822960" y="4572000"/>
            <a:ext cx="3149498" cy="457200"/>
          </a:xfrm>
          <a:prstGeom prst="rect">
            <a:avLst/>
          </a:prstGeom>
          <a:noFill/>
        </p:spPr>
        <p:txBody>
          <a:bodyPr wrap="square" lIns="0" rIns="0" tIns="0" bIns="0" anchor="t">
            <a:spAutoFit/>
          </a:bodyPr>
          <a:lstStyle/>
          <a:p>
            <a:pPr algn="l"/>
            <a:r>
              <a:rPr sz="1800">
                <a:solidFill>
                  <a:srgbClr val="9A9894"/>
                </a:solidFill>
                <a:latin typeface="Switzer Light"/>
              </a:rPr>
              <a:t>two palm buttons</a:t>
            </a:r>
          </a:p>
        </p:txBody>
      </p:sp>
      <p:cxnSp>
        <p:nvCxnSpPr>
          <p:cNvPr id="7" name="Connector 6"/>
          <p:cNvCxnSpPr/>
          <p:nvPr/>
        </p:nvCxnSpPr>
        <p:spPr>
          <a:xfrm>
            <a:off x="4338218" y="2560320"/>
            <a:ext cx="3058058" cy="0"/>
          </a:xfrm>
          <a:prstGeom prst="line">
            <a:avLst/>
          </a:prstGeom>
          <a:ln w="12700">
            <a:solidFill>
              <a:srgbClr val="F2F0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338218" y="2743200"/>
            <a:ext cx="2743200" cy="274320"/>
          </a:xfrm>
          <a:prstGeom prst="rect">
            <a:avLst/>
          </a:prstGeom>
          <a:noFill/>
        </p:spPr>
        <p:txBody>
          <a:bodyPr wrap="square" lIns="0" rIns="0" tIns="0" bIns="0" anchor="t">
            <a:spAutoFit/>
          </a:bodyPr>
          <a:lstStyle/>
          <a:p>
            <a:pPr algn="l"/>
            <a:r>
              <a:rPr sz="1000">
                <a:solidFill>
                  <a:srgbClr val="9A9894"/>
                </a:solidFill>
                <a:latin typeface="Fragment Mono"/>
              </a:rPr>
              <a:t>PRO</a:t>
            </a:r>
          </a:p>
        </p:txBody>
      </p:sp>
      <p:sp>
        <p:nvSpPr>
          <p:cNvPr id="9" name="TextBox 8"/>
          <p:cNvSpPr txBox="1"/>
          <p:nvPr/>
        </p:nvSpPr>
        <p:spPr>
          <a:xfrm>
            <a:off x="4338218" y="3063240"/>
            <a:ext cx="3515258" cy="1463040"/>
          </a:xfrm>
          <a:prstGeom prst="rect">
            <a:avLst/>
          </a:prstGeom>
          <a:noFill/>
        </p:spPr>
        <p:txBody>
          <a:bodyPr wrap="square" lIns="0" rIns="0" tIns="0" bIns="0" anchor="t">
            <a:spAutoFit/>
          </a:bodyPr>
          <a:lstStyle/>
          <a:p>
            <a:pPr algn="l"/>
            <a:r>
              <a:rPr sz="9600">
                <a:solidFill>
                  <a:srgbClr val="F2F0EC"/>
                </a:solidFill>
                <a:latin typeface="Switzer Extralight"/>
              </a:rPr>
              <a:t>$29</a:t>
            </a:r>
          </a:p>
        </p:txBody>
      </p:sp>
      <p:sp>
        <p:nvSpPr>
          <p:cNvPr id="10" name="TextBox 9"/>
          <p:cNvSpPr txBox="1"/>
          <p:nvPr/>
        </p:nvSpPr>
        <p:spPr>
          <a:xfrm>
            <a:off x="4338218" y="4572000"/>
            <a:ext cx="3149498" cy="457200"/>
          </a:xfrm>
          <a:prstGeom prst="rect">
            <a:avLst/>
          </a:prstGeom>
          <a:noFill/>
        </p:spPr>
        <p:txBody>
          <a:bodyPr wrap="square" lIns="0" rIns="0" tIns="0" bIns="0" anchor="t">
            <a:spAutoFit/>
          </a:bodyPr>
          <a:lstStyle/>
          <a:p>
            <a:pPr algn="l"/>
            <a:r>
              <a:rPr sz="1800">
                <a:solidFill>
                  <a:srgbClr val="9A9894"/>
                </a:solidFill>
                <a:latin typeface="Switzer Light"/>
              </a:rPr>
              <a:t>once, everything</a:t>
            </a:r>
          </a:p>
        </p:txBody>
      </p:sp>
      <p:cxnSp>
        <p:nvCxnSpPr>
          <p:cNvPr id="11" name="Connector 10"/>
          <p:cNvCxnSpPr/>
          <p:nvPr/>
        </p:nvCxnSpPr>
        <p:spPr>
          <a:xfrm>
            <a:off x="7853476" y="2560320"/>
            <a:ext cx="3058058" cy="0"/>
          </a:xfrm>
          <a:prstGeom prst="line">
            <a:avLst/>
          </a:prstGeom>
          <a:ln w="9525">
            <a:solidFill>
              <a:srgbClr val="3A393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53476" y="2743200"/>
            <a:ext cx="2743200" cy="274320"/>
          </a:xfrm>
          <a:prstGeom prst="rect">
            <a:avLst/>
          </a:prstGeom>
          <a:noFill/>
        </p:spPr>
        <p:txBody>
          <a:bodyPr wrap="square" lIns="0" rIns="0" tIns="0" bIns="0" anchor="t">
            <a:spAutoFit/>
          </a:bodyPr>
          <a:lstStyle/>
          <a:p>
            <a:pPr algn="l"/>
            <a:r>
              <a:rPr sz="1000">
                <a:solidFill>
                  <a:srgbClr val="9A9894"/>
                </a:solidFill>
                <a:latin typeface="Fragment Mono"/>
              </a:rPr>
              <a:t>TEAMS</a:t>
            </a:r>
          </a:p>
        </p:txBody>
      </p:sp>
      <p:sp>
        <p:nvSpPr>
          <p:cNvPr id="13" name="TextBox 12"/>
          <p:cNvSpPr txBox="1"/>
          <p:nvPr/>
        </p:nvSpPr>
        <p:spPr>
          <a:xfrm>
            <a:off x="7853476" y="3063240"/>
            <a:ext cx="3515258" cy="1463040"/>
          </a:xfrm>
          <a:prstGeom prst="rect">
            <a:avLst/>
          </a:prstGeom>
          <a:noFill/>
        </p:spPr>
        <p:txBody>
          <a:bodyPr wrap="square" lIns="0" rIns="0" tIns="0" bIns="0" anchor="t">
            <a:spAutoFit/>
          </a:bodyPr>
          <a:lstStyle/>
          <a:p>
            <a:pPr algn="l"/>
            <a:r>
              <a:rPr sz="9600">
                <a:solidFill>
                  <a:srgbClr val="F2F0EC"/>
                </a:solidFill>
                <a:latin typeface="Switzer Extralight"/>
              </a:rPr>
              <a:t>$49</a:t>
            </a:r>
          </a:p>
        </p:txBody>
      </p:sp>
      <p:sp>
        <p:nvSpPr>
          <p:cNvPr id="14" name="TextBox 13"/>
          <p:cNvSpPr txBox="1"/>
          <p:nvPr/>
        </p:nvSpPr>
        <p:spPr>
          <a:xfrm>
            <a:off x="7853476" y="4572000"/>
            <a:ext cx="3149498" cy="457200"/>
          </a:xfrm>
          <a:prstGeom prst="rect">
            <a:avLst/>
          </a:prstGeom>
          <a:noFill/>
        </p:spPr>
        <p:txBody>
          <a:bodyPr wrap="square" lIns="0" rIns="0" tIns="0" bIns="0" anchor="t">
            <a:spAutoFit/>
          </a:bodyPr>
          <a:lstStyle/>
          <a:p>
            <a:pPr algn="l"/>
            <a:r>
              <a:rPr sz="1800">
                <a:solidFill>
                  <a:srgbClr val="9A9894"/>
                </a:solidFill>
                <a:latin typeface="Switzer Light"/>
              </a:rPr>
              <a:t>per seat, per year</a:t>
            </a:r>
          </a:p>
        </p:txBody>
      </p:sp>
      <p:sp>
        <p:nvSpPr>
          <p:cNvPr id="15" name="TextBox 14"/>
          <p:cNvSpPr txBox="1"/>
          <p:nvPr/>
        </p:nvSpPr>
        <p:spPr>
          <a:xfrm>
            <a:off x="822960" y="6126480"/>
            <a:ext cx="10545775" cy="365760"/>
          </a:xfrm>
          <a:prstGeom prst="rect">
            <a:avLst/>
          </a:prstGeom>
          <a:noFill/>
        </p:spPr>
        <p:txBody>
          <a:bodyPr wrap="square" lIns="0" rIns="0" tIns="0" bIns="0" anchor="t">
            <a:spAutoFit/>
          </a:bodyPr>
          <a:lstStyle/>
          <a:p>
            <a:pPr algn="l"/>
            <a:r>
              <a:rPr sz="1300">
                <a:solidFill>
                  <a:srgbClr val="5E5C59"/>
                </a:solidFill>
                <a:latin typeface="Switzer Light"/>
              </a:rPr>
              <a:t>Every Apple silicon MacBook already has the sensor. Free during the beta.</a:t>
            </a:r>
          </a:p>
        </p:txBody>
      </p:sp>
    </p:spTree>
  </p:cSld>
  <p:clrMapOvr>
    <a:masterClrMapping/>
  </p:clrMapOvr>
  <p:transition spd="slow">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B0C"/>
        </a:solidFill>
        <a:effectLst/>
      </p:bgPr>
    </p:bg>
    <p:spTree>
      <p:nvGrpSpPr>
        <p:cNvPr id="1" name=""/>
        <p:cNvGrpSpPr/>
        <p:nvPr/>
      </p:nvGrpSpPr>
      <p:grpSpPr/>
      <p:pic>
        <p:nvPicPr>
          <p:cNvPr id="2" name="Picture 1" descr="grille-dark.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B0B0C">
              <a:alpha val="4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480560"/>
            <a:ext cx="10545775" cy="1097280"/>
          </a:xfrm>
          <a:prstGeom prst="rect">
            <a:avLst/>
          </a:prstGeom>
          <a:noFill/>
        </p:spPr>
        <p:txBody>
          <a:bodyPr wrap="square" lIns="0" rIns="0" tIns="0" bIns="0" anchor="t">
            <a:spAutoFit/>
          </a:bodyPr>
          <a:lstStyle/>
          <a:p>
            <a:pPr algn="l"/>
            <a:r>
              <a:rPr sz="4600">
                <a:solidFill>
                  <a:srgbClr val="F2F0EC"/>
                </a:solidFill>
                <a:latin typeface="Switzer Extralight"/>
              </a:rPr>
              <a:t>Try it on the laptop in front of you.</a:t>
            </a:r>
          </a:p>
        </p:txBody>
      </p:sp>
      <p:sp>
        <p:nvSpPr>
          <p:cNvPr id="5" name="TextBox 4"/>
          <p:cNvSpPr txBox="1"/>
          <p:nvPr/>
        </p:nvSpPr>
        <p:spPr>
          <a:xfrm>
            <a:off x="822960" y="5486400"/>
            <a:ext cx="10545775" cy="365760"/>
          </a:xfrm>
          <a:prstGeom prst="rect">
            <a:avLst/>
          </a:prstGeom>
          <a:noFill/>
        </p:spPr>
        <p:txBody>
          <a:bodyPr wrap="square" lIns="0" rIns="0" tIns="0" bIns="0" anchor="t">
            <a:spAutoFit/>
          </a:bodyPr>
          <a:lstStyle/>
          <a:p>
            <a:pPr algn="l"/>
            <a:r>
              <a:rPr sz="1300">
                <a:solidFill>
                  <a:srgbClr val="9A9894"/>
                </a:solidFill>
                <a:latin typeface="Fragment Mono"/>
              </a:rPr>
              <a:t>ghostkeys-nine.vercel.app        github.com/Soham109/ghostkeys</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3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2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