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r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00">
                <a:solidFill>
                  <a:srgbClr val="F2F0EC"/>
                </a:solidFill>
                <a:latin typeface="Switzer Extralight"/>
              </a:rPr>
              <a:t>Ghostkeys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978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9A9894"/>
                </a:solidFill>
                <a:latin typeface="Switzer Light"/>
              </a:rPr>
              <a:t>Every blank surface of your MacBook is a key.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case"/>
          <p:cNvSpPr/>
          <p:nvPr/>
        </p:nvSpPr>
        <p:spPr>
          <a:xfrm>
            <a:off x="5120640" y="1280160"/>
            <a:ext cx="6400800" cy="42976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555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zone-top"/>
          <p:cNvSpPr/>
          <p:nvPr/>
        </p:nvSpPr>
        <p:spPr>
          <a:xfrm>
            <a:off x="6263640" y="1508760"/>
            <a:ext cx="4114800" cy="256032"/>
          </a:xfrm>
          <a:prstGeom prst="roundRect">
            <a:avLst>
              <a:gd name="adj" fmla="val 5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ey0-0"/>
          <p:cNvSpPr/>
          <p:nvPr/>
        </p:nvSpPr>
        <p:spPr>
          <a:xfrm>
            <a:off x="626364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key0-1"/>
          <p:cNvSpPr/>
          <p:nvPr/>
        </p:nvSpPr>
        <p:spPr>
          <a:xfrm>
            <a:off x="656082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key0-2"/>
          <p:cNvSpPr/>
          <p:nvPr/>
        </p:nvSpPr>
        <p:spPr>
          <a:xfrm>
            <a:off x="685800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key0-3"/>
          <p:cNvSpPr/>
          <p:nvPr/>
        </p:nvSpPr>
        <p:spPr>
          <a:xfrm>
            <a:off x="715518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ey0-4"/>
          <p:cNvSpPr/>
          <p:nvPr/>
        </p:nvSpPr>
        <p:spPr>
          <a:xfrm>
            <a:off x="745236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key0-5"/>
          <p:cNvSpPr/>
          <p:nvPr/>
        </p:nvSpPr>
        <p:spPr>
          <a:xfrm>
            <a:off x="774954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key0-6"/>
          <p:cNvSpPr/>
          <p:nvPr/>
        </p:nvSpPr>
        <p:spPr>
          <a:xfrm>
            <a:off x="804672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key0-7"/>
          <p:cNvSpPr/>
          <p:nvPr/>
        </p:nvSpPr>
        <p:spPr>
          <a:xfrm>
            <a:off x="834390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key0-8"/>
          <p:cNvSpPr/>
          <p:nvPr/>
        </p:nvSpPr>
        <p:spPr>
          <a:xfrm>
            <a:off x="864108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key0-9"/>
          <p:cNvSpPr/>
          <p:nvPr/>
        </p:nvSpPr>
        <p:spPr>
          <a:xfrm>
            <a:off x="893826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key0-10"/>
          <p:cNvSpPr/>
          <p:nvPr/>
        </p:nvSpPr>
        <p:spPr>
          <a:xfrm>
            <a:off x="923544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key0-11"/>
          <p:cNvSpPr/>
          <p:nvPr/>
        </p:nvSpPr>
        <p:spPr>
          <a:xfrm>
            <a:off x="953262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key0-12"/>
          <p:cNvSpPr/>
          <p:nvPr/>
        </p:nvSpPr>
        <p:spPr>
          <a:xfrm>
            <a:off x="982980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key0-13"/>
          <p:cNvSpPr/>
          <p:nvPr/>
        </p:nvSpPr>
        <p:spPr>
          <a:xfrm>
            <a:off x="10126980" y="1938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key1-0"/>
          <p:cNvSpPr/>
          <p:nvPr/>
        </p:nvSpPr>
        <p:spPr>
          <a:xfrm>
            <a:off x="626364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key1-1"/>
          <p:cNvSpPr/>
          <p:nvPr/>
        </p:nvSpPr>
        <p:spPr>
          <a:xfrm>
            <a:off x="656082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key1-2"/>
          <p:cNvSpPr/>
          <p:nvPr/>
        </p:nvSpPr>
        <p:spPr>
          <a:xfrm>
            <a:off x="685800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key1-3"/>
          <p:cNvSpPr/>
          <p:nvPr/>
        </p:nvSpPr>
        <p:spPr>
          <a:xfrm>
            <a:off x="715518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key1-4"/>
          <p:cNvSpPr/>
          <p:nvPr/>
        </p:nvSpPr>
        <p:spPr>
          <a:xfrm>
            <a:off x="745236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key1-5"/>
          <p:cNvSpPr/>
          <p:nvPr/>
        </p:nvSpPr>
        <p:spPr>
          <a:xfrm>
            <a:off x="774954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!!key1-6"/>
          <p:cNvSpPr/>
          <p:nvPr/>
        </p:nvSpPr>
        <p:spPr>
          <a:xfrm>
            <a:off x="804672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key1-7"/>
          <p:cNvSpPr/>
          <p:nvPr/>
        </p:nvSpPr>
        <p:spPr>
          <a:xfrm>
            <a:off x="834390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!!key1-8"/>
          <p:cNvSpPr/>
          <p:nvPr/>
        </p:nvSpPr>
        <p:spPr>
          <a:xfrm>
            <a:off x="864108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key1-9"/>
          <p:cNvSpPr/>
          <p:nvPr/>
        </p:nvSpPr>
        <p:spPr>
          <a:xfrm>
            <a:off x="893826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!!key1-10"/>
          <p:cNvSpPr/>
          <p:nvPr/>
        </p:nvSpPr>
        <p:spPr>
          <a:xfrm>
            <a:off x="923544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!!key1-11"/>
          <p:cNvSpPr/>
          <p:nvPr/>
        </p:nvSpPr>
        <p:spPr>
          <a:xfrm>
            <a:off x="953262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!!key1-12"/>
          <p:cNvSpPr/>
          <p:nvPr/>
        </p:nvSpPr>
        <p:spPr>
          <a:xfrm>
            <a:off x="982980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!!key1-13"/>
          <p:cNvSpPr/>
          <p:nvPr/>
        </p:nvSpPr>
        <p:spPr>
          <a:xfrm>
            <a:off x="10126980" y="22433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key2-0"/>
          <p:cNvSpPr/>
          <p:nvPr/>
        </p:nvSpPr>
        <p:spPr>
          <a:xfrm>
            <a:off x="626364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key2-1"/>
          <p:cNvSpPr/>
          <p:nvPr/>
        </p:nvSpPr>
        <p:spPr>
          <a:xfrm>
            <a:off x="656082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!!key2-2"/>
          <p:cNvSpPr/>
          <p:nvPr/>
        </p:nvSpPr>
        <p:spPr>
          <a:xfrm>
            <a:off x="685800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!!key2-3"/>
          <p:cNvSpPr/>
          <p:nvPr/>
        </p:nvSpPr>
        <p:spPr>
          <a:xfrm>
            <a:off x="715518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!!key2-4"/>
          <p:cNvSpPr/>
          <p:nvPr/>
        </p:nvSpPr>
        <p:spPr>
          <a:xfrm>
            <a:off x="745236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key2-5"/>
          <p:cNvSpPr/>
          <p:nvPr/>
        </p:nvSpPr>
        <p:spPr>
          <a:xfrm>
            <a:off x="774954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!!key2-6"/>
          <p:cNvSpPr/>
          <p:nvPr/>
        </p:nvSpPr>
        <p:spPr>
          <a:xfrm>
            <a:off x="804672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key2-7"/>
          <p:cNvSpPr/>
          <p:nvPr/>
        </p:nvSpPr>
        <p:spPr>
          <a:xfrm>
            <a:off x="834390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key2-8"/>
          <p:cNvSpPr/>
          <p:nvPr/>
        </p:nvSpPr>
        <p:spPr>
          <a:xfrm>
            <a:off x="864108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!!key2-9"/>
          <p:cNvSpPr/>
          <p:nvPr/>
        </p:nvSpPr>
        <p:spPr>
          <a:xfrm>
            <a:off x="893826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!!key2-10"/>
          <p:cNvSpPr/>
          <p:nvPr/>
        </p:nvSpPr>
        <p:spPr>
          <a:xfrm>
            <a:off x="923544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!!key2-11"/>
          <p:cNvSpPr/>
          <p:nvPr/>
        </p:nvSpPr>
        <p:spPr>
          <a:xfrm>
            <a:off x="953262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!!key2-12"/>
          <p:cNvSpPr/>
          <p:nvPr/>
        </p:nvSpPr>
        <p:spPr>
          <a:xfrm>
            <a:off x="982980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!!key2-13"/>
          <p:cNvSpPr/>
          <p:nvPr/>
        </p:nvSpPr>
        <p:spPr>
          <a:xfrm>
            <a:off x="10126980" y="25481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key3-0"/>
          <p:cNvSpPr/>
          <p:nvPr/>
        </p:nvSpPr>
        <p:spPr>
          <a:xfrm>
            <a:off x="626364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key3-1"/>
          <p:cNvSpPr/>
          <p:nvPr/>
        </p:nvSpPr>
        <p:spPr>
          <a:xfrm>
            <a:off x="656082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!!key3-2"/>
          <p:cNvSpPr/>
          <p:nvPr/>
        </p:nvSpPr>
        <p:spPr>
          <a:xfrm>
            <a:off x="685800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!!key3-3"/>
          <p:cNvSpPr/>
          <p:nvPr/>
        </p:nvSpPr>
        <p:spPr>
          <a:xfrm>
            <a:off x="715518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!!key3-4"/>
          <p:cNvSpPr/>
          <p:nvPr/>
        </p:nvSpPr>
        <p:spPr>
          <a:xfrm>
            <a:off x="745236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!!key3-5"/>
          <p:cNvSpPr/>
          <p:nvPr/>
        </p:nvSpPr>
        <p:spPr>
          <a:xfrm>
            <a:off x="774954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!!key3-6"/>
          <p:cNvSpPr/>
          <p:nvPr/>
        </p:nvSpPr>
        <p:spPr>
          <a:xfrm>
            <a:off x="804672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key3-7"/>
          <p:cNvSpPr/>
          <p:nvPr/>
        </p:nvSpPr>
        <p:spPr>
          <a:xfrm>
            <a:off x="834390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key3-8"/>
          <p:cNvSpPr/>
          <p:nvPr/>
        </p:nvSpPr>
        <p:spPr>
          <a:xfrm>
            <a:off x="864108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!!key3-9"/>
          <p:cNvSpPr/>
          <p:nvPr/>
        </p:nvSpPr>
        <p:spPr>
          <a:xfrm>
            <a:off x="893826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!!key3-10"/>
          <p:cNvSpPr/>
          <p:nvPr/>
        </p:nvSpPr>
        <p:spPr>
          <a:xfrm>
            <a:off x="923544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!!key3-11"/>
          <p:cNvSpPr/>
          <p:nvPr/>
        </p:nvSpPr>
        <p:spPr>
          <a:xfrm>
            <a:off x="953262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!!key3-12"/>
          <p:cNvSpPr/>
          <p:nvPr/>
        </p:nvSpPr>
        <p:spPr>
          <a:xfrm>
            <a:off x="982980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!!key3-13"/>
          <p:cNvSpPr/>
          <p:nvPr/>
        </p:nvSpPr>
        <p:spPr>
          <a:xfrm>
            <a:off x="10126980" y="28529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key4-0"/>
          <p:cNvSpPr/>
          <p:nvPr/>
        </p:nvSpPr>
        <p:spPr>
          <a:xfrm>
            <a:off x="626364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key4-1"/>
          <p:cNvSpPr/>
          <p:nvPr/>
        </p:nvSpPr>
        <p:spPr>
          <a:xfrm>
            <a:off x="656082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!!key4-2"/>
          <p:cNvSpPr/>
          <p:nvPr/>
        </p:nvSpPr>
        <p:spPr>
          <a:xfrm>
            <a:off x="685800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!!key4-3"/>
          <p:cNvSpPr/>
          <p:nvPr/>
        </p:nvSpPr>
        <p:spPr>
          <a:xfrm>
            <a:off x="715518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!!key4-4"/>
          <p:cNvSpPr/>
          <p:nvPr/>
        </p:nvSpPr>
        <p:spPr>
          <a:xfrm>
            <a:off x="745236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!!key4-5"/>
          <p:cNvSpPr/>
          <p:nvPr/>
        </p:nvSpPr>
        <p:spPr>
          <a:xfrm>
            <a:off x="774954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!!key4-6"/>
          <p:cNvSpPr/>
          <p:nvPr/>
        </p:nvSpPr>
        <p:spPr>
          <a:xfrm>
            <a:off x="804672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key4-7"/>
          <p:cNvSpPr/>
          <p:nvPr/>
        </p:nvSpPr>
        <p:spPr>
          <a:xfrm>
            <a:off x="834390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key4-8"/>
          <p:cNvSpPr/>
          <p:nvPr/>
        </p:nvSpPr>
        <p:spPr>
          <a:xfrm>
            <a:off x="864108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!!key4-9"/>
          <p:cNvSpPr/>
          <p:nvPr/>
        </p:nvSpPr>
        <p:spPr>
          <a:xfrm>
            <a:off x="893826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!!key4-10"/>
          <p:cNvSpPr/>
          <p:nvPr/>
        </p:nvSpPr>
        <p:spPr>
          <a:xfrm>
            <a:off x="923544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!!key4-11"/>
          <p:cNvSpPr/>
          <p:nvPr/>
        </p:nvSpPr>
        <p:spPr>
          <a:xfrm>
            <a:off x="953262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!!key4-12"/>
          <p:cNvSpPr/>
          <p:nvPr/>
        </p:nvSpPr>
        <p:spPr>
          <a:xfrm>
            <a:off x="982980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!!key4-13"/>
          <p:cNvSpPr/>
          <p:nvPr/>
        </p:nvSpPr>
        <p:spPr>
          <a:xfrm>
            <a:off x="10126980" y="31577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key5-0"/>
          <p:cNvSpPr/>
          <p:nvPr/>
        </p:nvSpPr>
        <p:spPr>
          <a:xfrm>
            <a:off x="626364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key5-1"/>
          <p:cNvSpPr/>
          <p:nvPr/>
        </p:nvSpPr>
        <p:spPr>
          <a:xfrm>
            <a:off x="656082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!!key5-2"/>
          <p:cNvSpPr/>
          <p:nvPr/>
        </p:nvSpPr>
        <p:spPr>
          <a:xfrm>
            <a:off x="685800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!!key5-3"/>
          <p:cNvSpPr/>
          <p:nvPr/>
        </p:nvSpPr>
        <p:spPr>
          <a:xfrm>
            <a:off x="715518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!!key5-4"/>
          <p:cNvSpPr/>
          <p:nvPr/>
        </p:nvSpPr>
        <p:spPr>
          <a:xfrm>
            <a:off x="745236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!!key5-5"/>
          <p:cNvSpPr/>
          <p:nvPr/>
        </p:nvSpPr>
        <p:spPr>
          <a:xfrm>
            <a:off x="774954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!!key5-6"/>
          <p:cNvSpPr/>
          <p:nvPr/>
        </p:nvSpPr>
        <p:spPr>
          <a:xfrm>
            <a:off x="804672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key5-7"/>
          <p:cNvSpPr/>
          <p:nvPr/>
        </p:nvSpPr>
        <p:spPr>
          <a:xfrm>
            <a:off x="834390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key5-8"/>
          <p:cNvSpPr/>
          <p:nvPr/>
        </p:nvSpPr>
        <p:spPr>
          <a:xfrm>
            <a:off x="864108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!!key5-9"/>
          <p:cNvSpPr/>
          <p:nvPr/>
        </p:nvSpPr>
        <p:spPr>
          <a:xfrm>
            <a:off x="893826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!!key5-10"/>
          <p:cNvSpPr/>
          <p:nvPr/>
        </p:nvSpPr>
        <p:spPr>
          <a:xfrm>
            <a:off x="923544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!!key5-11"/>
          <p:cNvSpPr/>
          <p:nvPr/>
        </p:nvSpPr>
        <p:spPr>
          <a:xfrm>
            <a:off x="953262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!!key5-12"/>
          <p:cNvSpPr/>
          <p:nvPr/>
        </p:nvSpPr>
        <p:spPr>
          <a:xfrm>
            <a:off x="982980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!!key5-13"/>
          <p:cNvSpPr/>
          <p:nvPr/>
        </p:nvSpPr>
        <p:spPr>
          <a:xfrm>
            <a:off x="10126980" y="3462528"/>
            <a:ext cx="251460" cy="25908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zone-grille-l"/>
          <p:cNvSpPr/>
          <p:nvPr/>
        </p:nvSpPr>
        <p:spPr>
          <a:xfrm>
            <a:off x="5394960" y="1938528"/>
            <a:ext cx="640080" cy="1783080"/>
          </a:xfrm>
          <a:prstGeom prst="roundRect">
            <a:avLst>
              <a:gd name="adj" fmla="val 2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zone-grille-r"/>
          <p:cNvSpPr/>
          <p:nvPr/>
        </p:nvSpPr>
        <p:spPr>
          <a:xfrm>
            <a:off x="10607040" y="1938528"/>
            <a:ext cx="640080" cy="1783080"/>
          </a:xfrm>
          <a:prstGeom prst="roundRect">
            <a:avLst>
              <a:gd name="adj" fmla="val 2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!!trackpad"/>
          <p:cNvSpPr/>
          <p:nvPr/>
        </p:nvSpPr>
        <p:spPr>
          <a:xfrm>
            <a:off x="7269480" y="3977640"/>
            <a:ext cx="2103120" cy="137160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3A3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zone-palm-l"/>
          <p:cNvSpPr/>
          <p:nvPr/>
        </p:nvSpPr>
        <p:spPr>
          <a:xfrm>
            <a:off x="5394960" y="397764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!!zone-palm-r"/>
          <p:cNvSpPr/>
          <p:nvPr/>
        </p:nvSpPr>
        <p:spPr>
          <a:xfrm>
            <a:off x="9555480" y="397764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262524"/>
          </a:solidFill>
          <a:ln w="9525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822960" y="1280160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>
                <a:solidFill>
                  <a:srgbClr val="F2F0EC"/>
                </a:solidFill>
                <a:latin typeface="Switzer Extralight"/>
              </a:rPr>
              <a:t>Tap the parts that do nothing.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" y="3931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F2F0EC"/>
                </a:solidFill>
                <a:latin typeface="Switzer Light"/>
              </a:rPr>
              <a:t>Last app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3017520" y="1636776"/>
            <a:ext cx="5303520" cy="2478024"/>
          </a:xfrm>
          <a:prstGeom prst="line">
            <a:avLst/>
          </a:prstGeom>
          <a:ln w="9525">
            <a:solidFill>
              <a:srgbClr val="55535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8257032" y="1572768"/>
            <a:ext cx="128016" cy="128016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2960" y="4572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F2F0EC"/>
                </a:solidFill>
                <a:latin typeface="Switzer Light"/>
              </a:rPr>
              <a:t>Screenshot</a:t>
            </a:r>
          </a:p>
        </p:txBody>
      </p:sp>
      <p:cxnSp>
        <p:nvCxnSpPr>
          <p:cNvPr id="98" name="Connector 97"/>
          <p:cNvCxnSpPr/>
          <p:nvPr/>
        </p:nvCxnSpPr>
        <p:spPr>
          <a:xfrm flipV="1">
            <a:off x="3017520" y="2830068"/>
            <a:ext cx="7909560" cy="1924812"/>
          </a:xfrm>
          <a:prstGeom prst="line">
            <a:avLst/>
          </a:prstGeom>
          <a:ln w="9525">
            <a:solidFill>
              <a:srgbClr val="55535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10863072" y="2766060"/>
            <a:ext cx="128016" cy="128016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2960" y="5212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F2F0EC"/>
                </a:solidFill>
                <a:latin typeface="Switzer Light"/>
              </a:rPr>
              <a:t>Mute</a:t>
            </a:r>
          </a:p>
        </p:txBody>
      </p:sp>
      <p:cxnSp>
        <p:nvCxnSpPr>
          <p:cNvPr id="101" name="Connector 100"/>
          <p:cNvCxnSpPr/>
          <p:nvPr/>
        </p:nvCxnSpPr>
        <p:spPr>
          <a:xfrm flipV="1">
            <a:off x="3017520" y="4663440"/>
            <a:ext cx="3223260" cy="731520"/>
          </a:xfrm>
          <a:prstGeom prst="line">
            <a:avLst/>
          </a:prstGeom>
          <a:ln w="9525">
            <a:solidFill>
              <a:srgbClr val="55535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6176772" y="4599432"/>
            <a:ext cx="128016" cy="128016"/>
          </a:xfrm>
          <a:prstGeom prst="ellipse">
            <a:avLst/>
          </a:prstGeom>
          <a:solidFill>
            <a:srgbClr val="F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F2F0EC"/>
                </a:solidFill>
                <a:latin typeface="Switzer Extralight"/>
              </a:rPr>
              <a:t>A tap looks a lot like a keystroke.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3840480"/>
            <a:ext cx="10545775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831523" y="2194560"/>
            <a:ext cx="10537212" cy="1638334"/>
          </a:xfrm>
          <a:custGeom>
            <a:avLst/>
            <a:gdLst/>
            <a:ahLst/>
            <a:cxnLst/>
            <a:rect l="l" t="t" r="r" b="b"/>
            <a:pathLst>
              <a:path w="10537212" h="1638334">
                <a:moveTo>
                  <a:pt x="0" y="252348"/>
                </a:moveTo>
                <a:lnTo>
                  <a:pt x="19887" y="332148"/>
                </a:lnTo>
                <a:lnTo>
                  <a:pt x="39756" y="813286"/>
                </a:lnTo>
                <a:lnTo>
                  <a:pt x="59643" y="1230239"/>
                </a:lnTo>
                <a:lnTo>
                  <a:pt x="79513" y="800001"/>
                </a:lnTo>
                <a:lnTo>
                  <a:pt x="99402" y="578743"/>
                </a:lnTo>
                <a:lnTo>
                  <a:pt x="119270" y="562490"/>
                </a:lnTo>
                <a:lnTo>
                  <a:pt x="139157" y="643324"/>
                </a:lnTo>
                <a:lnTo>
                  <a:pt x="159026" y="898228"/>
                </a:lnTo>
                <a:lnTo>
                  <a:pt x="178914" y="1224042"/>
                </a:lnTo>
                <a:lnTo>
                  <a:pt x="198784" y="1258120"/>
                </a:lnTo>
                <a:lnTo>
                  <a:pt x="218671" y="1072841"/>
                </a:lnTo>
                <a:lnTo>
                  <a:pt x="238540" y="1025091"/>
                </a:lnTo>
                <a:lnTo>
                  <a:pt x="258429" y="1035228"/>
                </a:lnTo>
                <a:lnTo>
                  <a:pt x="278298" y="1145687"/>
                </a:lnTo>
                <a:lnTo>
                  <a:pt x="298187" y="1312519"/>
                </a:lnTo>
                <a:lnTo>
                  <a:pt x="318056" y="1459773"/>
                </a:lnTo>
                <a:lnTo>
                  <a:pt x="337942" y="1563871"/>
                </a:lnTo>
                <a:lnTo>
                  <a:pt x="357811" y="1618406"/>
                </a:lnTo>
                <a:lnTo>
                  <a:pt x="377699" y="1589138"/>
                </a:lnTo>
                <a:lnTo>
                  <a:pt x="397568" y="1573727"/>
                </a:lnTo>
                <a:lnTo>
                  <a:pt x="417456" y="1544095"/>
                </a:lnTo>
                <a:lnTo>
                  <a:pt x="437326" y="1508788"/>
                </a:lnTo>
                <a:lnTo>
                  <a:pt x="457213" y="1454435"/>
                </a:lnTo>
                <a:lnTo>
                  <a:pt x="477081" y="1391619"/>
                </a:lnTo>
                <a:lnTo>
                  <a:pt x="496970" y="1362490"/>
                </a:lnTo>
                <a:lnTo>
                  <a:pt x="516840" y="1364370"/>
                </a:lnTo>
                <a:lnTo>
                  <a:pt x="536726" y="1416768"/>
                </a:lnTo>
                <a:lnTo>
                  <a:pt x="556595" y="1515040"/>
                </a:lnTo>
                <a:lnTo>
                  <a:pt x="576482" y="1542139"/>
                </a:lnTo>
                <a:lnTo>
                  <a:pt x="596352" y="1455753"/>
                </a:lnTo>
                <a:lnTo>
                  <a:pt x="616240" y="1423087"/>
                </a:lnTo>
                <a:lnTo>
                  <a:pt x="636109" y="1422164"/>
                </a:lnTo>
                <a:lnTo>
                  <a:pt x="655998" y="1442795"/>
                </a:lnTo>
                <a:lnTo>
                  <a:pt x="675866" y="1506276"/>
                </a:lnTo>
                <a:lnTo>
                  <a:pt x="695754" y="1585625"/>
                </a:lnTo>
                <a:lnTo>
                  <a:pt x="715623" y="1627453"/>
                </a:lnTo>
                <a:lnTo>
                  <a:pt x="735511" y="1604133"/>
                </a:lnTo>
                <a:lnTo>
                  <a:pt x="755378" y="1591241"/>
                </a:lnTo>
                <a:lnTo>
                  <a:pt x="775267" y="1578416"/>
                </a:lnTo>
                <a:lnTo>
                  <a:pt x="795138" y="1576066"/>
                </a:lnTo>
                <a:lnTo>
                  <a:pt x="815025" y="1579446"/>
                </a:lnTo>
                <a:lnTo>
                  <a:pt x="834893" y="1589112"/>
                </a:lnTo>
                <a:lnTo>
                  <a:pt x="854781" y="1575038"/>
                </a:lnTo>
                <a:lnTo>
                  <a:pt x="874650" y="1512005"/>
                </a:lnTo>
                <a:lnTo>
                  <a:pt x="894538" y="1233331"/>
                </a:lnTo>
                <a:lnTo>
                  <a:pt x="914407" y="967589"/>
                </a:lnTo>
                <a:lnTo>
                  <a:pt x="934294" y="940168"/>
                </a:lnTo>
                <a:lnTo>
                  <a:pt x="954164" y="1286722"/>
                </a:lnTo>
                <a:lnTo>
                  <a:pt x="974051" y="906871"/>
                </a:lnTo>
                <a:lnTo>
                  <a:pt x="993920" y="408161"/>
                </a:lnTo>
                <a:lnTo>
                  <a:pt x="1013811" y="358514"/>
                </a:lnTo>
                <a:lnTo>
                  <a:pt x="1033678" y="472115"/>
                </a:lnTo>
                <a:lnTo>
                  <a:pt x="1053567" y="923087"/>
                </a:lnTo>
                <a:lnTo>
                  <a:pt x="1073435" y="1016240"/>
                </a:lnTo>
                <a:lnTo>
                  <a:pt x="1093323" y="585482"/>
                </a:lnTo>
                <a:lnTo>
                  <a:pt x="1113191" y="472184"/>
                </a:lnTo>
                <a:lnTo>
                  <a:pt x="1133081" y="479658"/>
                </a:lnTo>
                <a:lnTo>
                  <a:pt x="1152949" y="681932"/>
                </a:lnTo>
                <a:lnTo>
                  <a:pt x="1172837" y="1100905"/>
                </a:lnTo>
                <a:lnTo>
                  <a:pt x="1192704" y="1283007"/>
                </a:lnTo>
                <a:lnTo>
                  <a:pt x="1212594" y="1051354"/>
                </a:lnTo>
                <a:lnTo>
                  <a:pt x="1232462" y="1016292"/>
                </a:lnTo>
                <a:lnTo>
                  <a:pt x="1252351" y="1052944"/>
                </a:lnTo>
                <a:lnTo>
                  <a:pt x="1272219" y="1222537"/>
                </a:lnTo>
                <a:lnTo>
                  <a:pt x="1292108" y="1444526"/>
                </a:lnTo>
                <a:lnTo>
                  <a:pt x="1311976" y="1562874"/>
                </a:lnTo>
                <a:lnTo>
                  <a:pt x="1331863" y="1557343"/>
                </a:lnTo>
                <a:lnTo>
                  <a:pt x="1351732" y="1590194"/>
                </a:lnTo>
                <a:lnTo>
                  <a:pt x="1371623" y="1490213"/>
                </a:lnTo>
                <a:lnTo>
                  <a:pt x="1391490" y="1458628"/>
                </a:lnTo>
                <a:lnTo>
                  <a:pt x="1411378" y="1466839"/>
                </a:lnTo>
                <a:lnTo>
                  <a:pt x="1431247" y="1548921"/>
                </a:lnTo>
                <a:lnTo>
                  <a:pt x="1451135" y="1488356"/>
                </a:lnTo>
                <a:lnTo>
                  <a:pt x="1471003" y="1401845"/>
                </a:lnTo>
                <a:lnTo>
                  <a:pt x="1490893" y="1390294"/>
                </a:lnTo>
                <a:lnTo>
                  <a:pt x="1510760" y="1404023"/>
                </a:lnTo>
                <a:lnTo>
                  <a:pt x="1530649" y="1467242"/>
                </a:lnTo>
                <a:lnTo>
                  <a:pt x="1550516" y="1555315"/>
                </a:lnTo>
                <a:lnTo>
                  <a:pt x="1570406" y="1566542"/>
                </a:lnTo>
                <a:lnTo>
                  <a:pt x="1590274" y="1567615"/>
                </a:lnTo>
                <a:lnTo>
                  <a:pt x="1610162" y="1589094"/>
                </a:lnTo>
                <a:lnTo>
                  <a:pt x="1630030" y="1597888"/>
                </a:lnTo>
                <a:lnTo>
                  <a:pt x="1649920" y="1585769"/>
                </a:lnTo>
                <a:lnTo>
                  <a:pt x="1669787" y="1581986"/>
                </a:lnTo>
                <a:lnTo>
                  <a:pt x="1689676" y="1599641"/>
                </a:lnTo>
                <a:lnTo>
                  <a:pt x="1709543" y="1548235"/>
                </a:lnTo>
                <a:lnTo>
                  <a:pt x="1729434" y="1480614"/>
                </a:lnTo>
                <a:lnTo>
                  <a:pt x="1749301" y="1444636"/>
                </a:lnTo>
                <a:lnTo>
                  <a:pt x="1769190" y="1441882"/>
                </a:lnTo>
                <a:lnTo>
                  <a:pt x="1789057" y="1464529"/>
                </a:lnTo>
                <a:lnTo>
                  <a:pt x="1808948" y="1545525"/>
                </a:lnTo>
                <a:lnTo>
                  <a:pt x="1828815" y="1580672"/>
                </a:lnTo>
                <a:lnTo>
                  <a:pt x="1848704" y="1527814"/>
                </a:lnTo>
                <a:lnTo>
                  <a:pt x="1868572" y="1515413"/>
                </a:lnTo>
                <a:lnTo>
                  <a:pt x="1888460" y="1517753"/>
                </a:lnTo>
                <a:lnTo>
                  <a:pt x="1908327" y="1536567"/>
                </a:lnTo>
                <a:lnTo>
                  <a:pt x="1928218" y="1560323"/>
                </a:lnTo>
                <a:lnTo>
                  <a:pt x="1948086" y="1586531"/>
                </a:lnTo>
                <a:lnTo>
                  <a:pt x="1967974" y="1598356"/>
                </a:lnTo>
                <a:lnTo>
                  <a:pt x="1987841" y="1602500"/>
                </a:lnTo>
                <a:lnTo>
                  <a:pt x="2007731" y="1611951"/>
                </a:lnTo>
                <a:lnTo>
                  <a:pt x="2027598" y="1508373"/>
                </a:lnTo>
                <a:lnTo>
                  <a:pt x="2047488" y="1225329"/>
                </a:lnTo>
                <a:lnTo>
                  <a:pt x="2067354" y="834780"/>
                </a:lnTo>
                <a:lnTo>
                  <a:pt x="2087245" y="603732"/>
                </a:lnTo>
                <a:lnTo>
                  <a:pt x="2107113" y="957169"/>
                </a:lnTo>
                <a:lnTo>
                  <a:pt x="2127001" y="955200"/>
                </a:lnTo>
                <a:lnTo>
                  <a:pt x="2146869" y="196430"/>
                </a:lnTo>
                <a:lnTo>
                  <a:pt x="2166760" y="71791"/>
                </a:lnTo>
                <a:lnTo>
                  <a:pt x="2186628" y="151727"/>
                </a:lnTo>
                <a:lnTo>
                  <a:pt x="2206515" y="573563"/>
                </a:lnTo>
                <a:lnTo>
                  <a:pt x="2226385" y="1098253"/>
                </a:lnTo>
                <a:lnTo>
                  <a:pt x="2246272" y="477382"/>
                </a:lnTo>
                <a:lnTo>
                  <a:pt x="2266141" y="249241"/>
                </a:lnTo>
                <a:lnTo>
                  <a:pt x="2286029" y="240601"/>
                </a:lnTo>
                <a:lnTo>
                  <a:pt x="2305898" y="379382"/>
                </a:lnTo>
                <a:lnTo>
                  <a:pt x="2325786" y="856039"/>
                </a:lnTo>
                <a:lnTo>
                  <a:pt x="2345655" y="1263530"/>
                </a:lnTo>
                <a:lnTo>
                  <a:pt x="2365543" y="971245"/>
                </a:lnTo>
                <a:lnTo>
                  <a:pt x="2385412" y="903703"/>
                </a:lnTo>
                <a:lnTo>
                  <a:pt x="2405299" y="923475"/>
                </a:lnTo>
                <a:lnTo>
                  <a:pt x="2425169" y="1100185"/>
                </a:lnTo>
                <a:lnTo>
                  <a:pt x="2445057" y="1373316"/>
                </a:lnTo>
                <a:lnTo>
                  <a:pt x="2464925" y="1485783"/>
                </a:lnTo>
                <a:lnTo>
                  <a:pt x="2484813" y="1448380"/>
                </a:lnTo>
                <a:lnTo>
                  <a:pt x="2504683" y="1462961"/>
                </a:lnTo>
                <a:lnTo>
                  <a:pt x="2524571" y="1571715"/>
                </a:lnTo>
                <a:lnTo>
                  <a:pt x="2544439" y="1519166"/>
                </a:lnTo>
                <a:lnTo>
                  <a:pt x="2564327" y="1511774"/>
                </a:lnTo>
                <a:lnTo>
                  <a:pt x="2584196" y="1523359"/>
                </a:lnTo>
                <a:lnTo>
                  <a:pt x="2604084" y="1564789"/>
                </a:lnTo>
                <a:lnTo>
                  <a:pt x="2623952" y="1568800"/>
                </a:lnTo>
                <a:lnTo>
                  <a:pt x="2643840" y="1490804"/>
                </a:lnTo>
                <a:lnTo>
                  <a:pt x="2663710" y="1415550"/>
                </a:lnTo>
                <a:lnTo>
                  <a:pt x="2683597" y="1396432"/>
                </a:lnTo>
                <a:lnTo>
                  <a:pt x="2703466" y="1402068"/>
                </a:lnTo>
                <a:lnTo>
                  <a:pt x="2723355" y="1457956"/>
                </a:lnTo>
                <a:lnTo>
                  <a:pt x="2743223" y="1564955"/>
                </a:lnTo>
                <a:lnTo>
                  <a:pt x="2763111" y="1472616"/>
                </a:lnTo>
                <a:lnTo>
                  <a:pt x="2782981" y="1400295"/>
                </a:lnTo>
                <a:lnTo>
                  <a:pt x="2802868" y="1382634"/>
                </a:lnTo>
                <a:lnTo>
                  <a:pt x="2822737" y="1387594"/>
                </a:lnTo>
                <a:lnTo>
                  <a:pt x="2842624" y="1432044"/>
                </a:lnTo>
                <a:lnTo>
                  <a:pt x="2862494" y="1493927"/>
                </a:lnTo>
                <a:lnTo>
                  <a:pt x="2882383" y="1567268"/>
                </a:lnTo>
                <a:lnTo>
                  <a:pt x="2902251" y="1557921"/>
                </a:lnTo>
                <a:lnTo>
                  <a:pt x="2922138" y="1517015"/>
                </a:lnTo>
                <a:lnTo>
                  <a:pt x="2942009" y="1512329"/>
                </a:lnTo>
                <a:lnTo>
                  <a:pt x="2961895" y="1515211"/>
                </a:lnTo>
                <a:lnTo>
                  <a:pt x="2981765" y="1507861"/>
                </a:lnTo>
                <a:lnTo>
                  <a:pt x="3001652" y="1446806"/>
                </a:lnTo>
                <a:lnTo>
                  <a:pt x="3021521" y="1267741"/>
                </a:lnTo>
                <a:lnTo>
                  <a:pt x="3041408" y="964719"/>
                </a:lnTo>
                <a:lnTo>
                  <a:pt x="3061277" y="721243"/>
                </a:lnTo>
                <a:lnTo>
                  <a:pt x="3081166" y="739462"/>
                </a:lnTo>
                <a:lnTo>
                  <a:pt x="3101034" y="938530"/>
                </a:lnTo>
                <a:lnTo>
                  <a:pt x="3120922" y="247051"/>
                </a:lnTo>
                <a:lnTo>
                  <a:pt x="3140791" y="0"/>
                </a:lnTo>
                <a:lnTo>
                  <a:pt x="3160680" y="43630"/>
                </a:lnTo>
                <a:lnTo>
                  <a:pt x="3180548" y="558605"/>
                </a:lnTo>
                <a:lnTo>
                  <a:pt x="3200434" y="1221378"/>
                </a:lnTo>
                <a:lnTo>
                  <a:pt x="3220305" y="623785"/>
                </a:lnTo>
                <a:lnTo>
                  <a:pt x="3240193" y="396690"/>
                </a:lnTo>
                <a:lnTo>
                  <a:pt x="3260062" y="389591"/>
                </a:lnTo>
                <a:lnTo>
                  <a:pt x="3279949" y="490406"/>
                </a:lnTo>
                <a:lnTo>
                  <a:pt x="3299819" y="815330"/>
                </a:lnTo>
                <a:lnTo>
                  <a:pt x="3319706" y="1262988"/>
                </a:lnTo>
                <a:lnTo>
                  <a:pt x="3339575" y="1115051"/>
                </a:lnTo>
                <a:lnTo>
                  <a:pt x="3359463" y="952260"/>
                </a:lnTo>
                <a:lnTo>
                  <a:pt x="3379332" y="943566"/>
                </a:lnTo>
                <a:lnTo>
                  <a:pt x="3399219" y="1012577"/>
                </a:lnTo>
                <a:lnTo>
                  <a:pt x="3419089" y="1217015"/>
                </a:lnTo>
                <a:lnTo>
                  <a:pt x="3438977" y="1456876"/>
                </a:lnTo>
                <a:lnTo>
                  <a:pt x="3458846" y="1536909"/>
                </a:lnTo>
                <a:lnTo>
                  <a:pt x="3478734" y="1511694"/>
                </a:lnTo>
                <a:lnTo>
                  <a:pt x="3498603" y="1516409"/>
                </a:lnTo>
                <a:lnTo>
                  <a:pt x="3518492" y="1565741"/>
                </a:lnTo>
                <a:lnTo>
                  <a:pt x="3538360" y="1572671"/>
                </a:lnTo>
                <a:lnTo>
                  <a:pt x="3558246" y="1562562"/>
                </a:lnTo>
                <a:lnTo>
                  <a:pt x="3578118" y="1571990"/>
                </a:lnTo>
                <a:lnTo>
                  <a:pt x="3598004" y="1508423"/>
                </a:lnTo>
                <a:lnTo>
                  <a:pt x="3617873" y="1378941"/>
                </a:lnTo>
                <a:lnTo>
                  <a:pt x="3637761" y="1354479"/>
                </a:lnTo>
                <a:lnTo>
                  <a:pt x="3657630" y="1361916"/>
                </a:lnTo>
                <a:lnTo>
                  <a:pt x="3677518" y="1401611"/>
                </a:lnTo>
                <a:lnTo>
                  <a:pt x="3695734" y="1469020"/>
                </a:lnTo>
                <a:lnTo>
                  <a:pt x="3712297" y="1541145"/>
                </a:lnTo>
                <a:lnTo>
                  <a:pt x="3728870" y="1581000"/>
                </a:lnTo>
                <a:lnTo>
                  <a:pt x="3745433" y="1488918"/>
                </a:lnTo>
                <a:lnTo>
                  <a:pt x="3761994" y="1424141"/>
                </a:lnTo>
                <a:lnTo>
                  <a:pt x="3778558" y="1396846"/>
                </a:lnTo>
                <a:lnTo>
                  <a:pt x="3795132" y="1389856"/>
                </a:lnTo>
                <a:lnTo>
                  <a:pt x="3811693" y="1390527"/>
                </a:lnTo>
                <a:lnTo>
                  <a:pt x="3828256" y="1411394"/>
                </a:lnTo>
                <a:lnTo>
                  <a:pt x="3844818" y="1463144"/>
                </a:lnTo>
                <a:lnTo>
                  <a:pt x="3861394" y="1525603"/>
                </a:lnTo>
                <a:lnTo>
                  <a:pt x="3877956" y="1579645"/>
                </a:lnTo>
                <a:lnTo>
                  <a:pt x="3894518" y="1607191"/>
                </a:lnTo>
                <a:lnTo>
                  <a:pt x="3911080" y="1566225"/>
                </a:lnTo>
                <a:lnTo>
                  <a:pt x="3927653" y="1532630"/>
                </a:lnTo>
                <a:lnTo>
                  <a:pt x="3944217" y="1515251"/>
                </a:lnTo>
                <a:lnTo>
                  <a:pt x="3960779" y="1510064"/>
                </a:lnTo>
                <a:lnTo>
                  <a:pt x="3977342" y="1509989"/>
                </a:lnTo>
                <a:lnTo>
                  <a:pt x="3993915" y="1511097"/>
                </a:lnTo>
                <a:lnTo>
                  <a:pt x="4010479" y="1513718"/>
                </a:lnTo>
                <a:lnTo>
                  <a:pt x="4027040" y="1447377"/>
                </a:lnTo>
                <a:lnTo>
                  <a:pt x="4043603" y="1274642"/>
                </a:lnTo>
                <a:lnTo>
                  <a:pt x="4060178" y="992510"/>
                </a:lnTo>
                <a:lnTo>
                  <a:pt x="4076739" y="709891"/>
                </a:lnTo>
                <a:lnTo>
                  <a:pt x="4093303" y="821098"/>
                </a:lnTo>
                <a:lnTo>
                  <a:pt x="4109863" y="1233311"/>
                </a:lnTo>
                <a:lnTo>
                  <a:pt x="4126438" y="1032415"/>
                </a:lnTo>
                <a:lnTo>
                  <a:pt x="4143002" y="441530"/>
                </a:lnTo>
                <a:lnTo>
                  <a:pt x="4159564" y="220451"/>
                </a:lnTo>
                <a:lnTo>
                  <a:pt x="4176126" y="223241"/>
                </a:lnTo>
                <a:lnTo>
                  <a:pt x="4192699" y="400698"/>
                </a:lnTo>
                <a:lnTo>
                  <a:pt x="4209262" y="848624"/>
                </a:lnTo>
                <a:lnTo>
                  <a:pt x="4225824" y="1161762"/>
                </a:lnTo>
                <a:lnTo>
                  <a:pt x="4242387" y="736800"/>
                </a:lnTo>
                <a:lnTo>
                  <a:pt x="4258962" y="490201"/>
                </a:lnTo>
                <a:lnTo>
                  <a:pt x="4275525" y="411631"/>
                </a:lnTo>
                <a:lnTo>
                  <a:pt x="4292086" y="419480"/>
                </a:lnTo>
                <a:lnTo>
                  <a:pt x="4308649" y="584858"/>
                </a:lnTo>
                <a:lnTo>
                  <a:pt x="4325223" y="907777"/>
                </a:lnTo>
                <a:lnTo>
                  <a:pt x="4341783" y="1279784"/>
                </a:lnTo>
                <a:lnTo>
                  <a:pt x="4358347" y="1270430"/>
                </a:lnTo>
                <a:lnTo>
                  <a:pt x="4374908" y="1053771"/>
                </a:lnTo>
                <a:lnTo>
                  <a:pt x="4391484" y="991084"/>
                </a:lnTo>
                <a:lnTo>
                  <a:pt x="4408045" y="993409"/>
                </a:lnTo>
                <a:lnTo>
                  <a:pt x="4424608" y="1056489"/>
                </a:lnTo>
                <a:lnTo>
                  <a:pt x="4441171" y="1187587"/>
                </a:lnTo>
                <a:lnTo>
                  <a:pt x="4457744" y="1349676"/>
                </a:lnTo>
                <a:lnTo>
                  <a:pt x="4474307" y="1472910"/>
                </a:lnTo>
                <a:lnTo>
                  <a:pt x="4490868" y="1465748"/>
                </a:lnTo>
                <a:lnTo>
                  <a:pt x="4507432" y="1462760"/>
                </a:lnTo>
                <a:lnTo>
                  <a:pt x="4524006" y="1505297"/>
                </a:lnTo>
                <a:lnTo>
                  <a:pt x="4540569" y="1524128"/>
                </a:lnTo>
                <a:lnTo>
                  <a:pt x="4557131" y="1442462"/>
                </a:lnTo>
                <a:lnTo>
                  <a:pt x="4573692" y="1417850"/>
                </a:lnTo>
                <a:lnTo>
                  <a:pt x="4590268" y="1420290"/>
                </a:lnTo>
                <a:lnTo>
                  <a:pt x="4606830" y="1472328"/>
                </a:lnTo>
                <a:lnTo>
                  <a:pt x="4623392" y="1577186"/>
                </a:lnTo>
                <a:lnTo>
                  <a:pt x="4639954" y="1461175"/>
                </a:lnTo>
                <a:lnTo>
                  <a:pt x="4656529" y="1362317"/>
                </a:lnTo>
                <a:lnTo>
                  <a:pt x="4673092" y="1335587"/>
                </a:lnTo>
                <a:lnTo>
                  <a:pt x="4689653" y="1340384"/>
                </a:lnTo>
                <a:lnTo>
                  <a:pt x="4706216" y="1396022"/>
                </a:lnTo>
                <a:lnTo>
                  <a:pt x="4722789" y="1495827"/>
                </a:lnTo>
                <a:lnTo>
                  <a:pt x="4739353" y="1577943"/>
                </a:lnTo>
                <a:lnTo>
                  <a:pt x="4755916" y="1496621"/>
                </a:lnTo>
                <a:lnTo>
                  <a:pt x="4772477" y="1462150"/>
                </a:lnTo>
                <a:lnTo>
                  <a:pt x="4789052" y="1460941"/>
                </a:lnTo>
                <a:lnTo>
                  <a:pt x="4805614" y="1479833"/>
                </a:lnTo>
                <a:lnTo>
                  <a:pt x="4822177" y="1535087"/>
                </a:lnTo>
                <a:lnTo>
                  <a:pt x="4838740" y="1590362"/>
                </a:lnTo>
                <a:lnTo>
                  <a:pt x="4855311" y="1579371"/>
                </a:lnTo>
                <a:lnTo>
                  <a:pt x="4871876" y="1574563"/>
                </a:lnTo>
                <a:lnTo>
                  <a:pt x="4888438" y="1575973"/>
                </a:lnTo>
                <a:lnTo>
                  <a:pt x="4905000" y="1587253"/>
                </a:lnTo>
                <a:lnTo>
                  <a:pt x="4921574" y="1614151"/>
                </a:lnTo>
                <a:lnTo>
                  <a:pt x="4938137" y="1585546"/>
                </a:lnTo>
                <a:lnTo>
                  <a:pt x="4954699" y="1540191"/>
                </a:lnTo>
                <a:lnTo>
                  <a:pt x="4971260" y="1437086"/>
                </a:lnTo>
                <a:lnTo>
                  <a:pt x="4987836" y="1206438"/>
                </a:lnTo>
                <a:lnTo>
                  <a:pt x="5004398" y="1101227"/>
                </a:lnTo>
                <a:lnTo>
                  <a:pt x="5020961" y="1112806"/>
                </a:lnTo>
                <a:lnTo>
                  <a:pt x="5037524" y="1275074"/>
                </a:lnTo>
                <a:lnTo>
                  <a:pt x="5054097" y="1149978"/>
                </a:lnTo>
                <a:lnTo>
                  <a:pt x="5070659" y="755371"/>
                </a:lnTo>
                <a:lnTo>
                  <a:pt x="5087221" y="657132"/>
                </a:lnTo>
                <a:lnTo>
                  <a:pt x="5103785" y="685005"/>
                </a:lnTo>
                <a:lnTo>
                  <a:pt x="5120361" y="887459"/>
                </a:lnTo>
                <a:lnTo>
                  <a:pt x="5136920" y="1195307"/>
                </a:lnTo>
                <a:lnTo>
                  <a:pt x="5153484" y="1298032"/>
                </a:lnTo>
                <a:lnTo>
                  <a:pt x="5170045" y="1030723"/>
                </a:lnTo>
                <a:lnTo>
                  <a:pt x="5186620" y="878799"/>
                </a:lnTo>
                <a:lnTo>
                  <a:pt x="5203183" y="861238"/>
                </a:lnTo>
                <a:lnTo>
                  <a:pt x="5219744" y="899886"/>
                </a:lnTo>
                <a:lnTo>
                  <a:pt x="5236308" y="1057382"/>
                </a:lnTo>
                <a:lnTo>
                  <a:pt x="5252881" y="1285288"/>
                </a:lnTo>
                <a:lnTo>
                  <a:pt x="5269444" y="1446725"/>
                </a:lnTo>
                <a:lnTo>
                  <a:pt x="5286006" y="1313899"/>
                </a:lnTo>
                <a:lnTo>
                  <a:pt x="5302569" y="1274087"/>
                </a:lnTo>
                <a:lnTo>
                  <a:pt x="5319143" y="1275734"/>
                </a:lnTo>
                <a:lnTo>
                  <a:pt x="5335705" y="1311487"/>
                </a:lnTo>
                <a:lnTo>
                  <a:pt x="5352267" y="1386503"/>
                </a:lnTo>
                <a:lnTo>
                  <a:pt x="5368829" y="1487482"/>
                </a:lnTo>
                <a:lnTo>
                  <a:pt x="5385405" y="1549484"/>
                </a:lnTo>
                <a:lnTo>
                  <a:pt x="5401967" y="1549349"/>
                </a:lnTo>
                <a:lnTo>
                  <a:pt x="5418530" y="1556689"/>
                </a:lnTo>
                <a:lnTo>
                  <a:pt x="5435091" y="1538564"/>
                </a:lnTo>
                <a:lnTo>
                  <a:pt x="5451665" y="1484541"/>
                </a:lnTo>
                <a:lnTo>
                  <a:pt x="5468229" y="1484163"/>
                </a:lnTo>
                <a:lnTo>
                  <a:pt x="5484790" y="1489765"/>
                </a:lnTo>
                <a:lnTo>
                  <a:pt x="5501353" y="1405214"/>
                </a:lnTo>
                <a:lnTo>
                  <a:pt x="5517927" y="1410432"/>
                </a:lnTo>
                <a:lnTo>
                  <a:pt x="5534489" y="1500358"/>
                </a:lnTo>
                <a:lnTo>
                  <a:pt x="5551052" y="1549006"/>
                </a:lnTo>
                <a:lnTo>
                  <a:pt x="5567614" y="1477339"/>
                </a:lnTo>
                <a:lnTo>
                  <a:pt x="5584187" y="1443513"/>
                </a:lnTo>
                <a:lnTo>
                  <a:pt x="5600750" y="1441914"/>
                </a:lnTo>
                <a:lnTo>
                  <a:pt x="5617312" y="1458283"/>
                </a:lnTo>
                <a:lnTo>
                  <a:pt x="5633875" y="1511706"/>
                </a:lnTo>
                <a:lnTo>
                  <a:pt x="5650448" y="1581998"/>
                </a:lnTo>
                <a:lnTo>
                  <a:pt x="5667013" y="1558870"/>
                </a:lnTo>
                <a:lnTo>
                  <a:pt x="5683577" y="1517734"/>
                </a:lnTo>
                <a:lnTo>
                  <a:pt x="5700137" y="1508085"/>
                </a:lnTo>
                <a:lnTo>
                  <a:pt x="5716714" y="1511748"/>
                </a:lnTo>
                <a:lnTo>
                  <a:pt x="5733275" y="1539440"/>
                </a:lnTo>
                <a:lnTo>
                  <a:pt x="5749837" y="1575549"/>
                </a:lnTo>
                <a:lnTo>
                  <a:pt x="5766399" y="1596163"/>
                </a:lnTo>
                <a:lnTo>
                  <a:pt x="5782974" y="1601702"/>
                </a:lnTo>
                <a:lnTo>
                  <a:pt x="5799538" y="1608555"/>
                </a:lnTo>
                <a:lnTo>
                  <a:pt x="5816099" y="1615324"/>
                </a:lnTo>
                <a:lnTo>
                  <a:pt x="5832662" y="1617479"/>
                </a:lnTo>
                <a:lnTo>
                  <a:pt x="5849235" y="1619439"/>
                </a:lnTo>
                <a:lnTo>
                  <a:pt x="5865798" y="1616760"/>
                </a:lnTo>
                <a:lnTo>
                  <a:pt x="5882360" y="1612992"/>
                </a:lnTo>
                <a:lnTo>
                  <a:pt x="5898921" y="1609929"/>
                </a:lnTo>
                <a:lnTo>
                  <a:pt x="5915498" y="1602133"/>
                </a:lnTo>
                <a:lnTo>
                  <a:pt x="5932058" y="1600006"/>
                </a:lnTo>
                <a:lnTo>
                  <a:pt x="5948622" y="1603301"/>
                </a:lnTo>
                <a:lnTo>
                  <a:pt x="5965183" y="1619702"/>
                </a:lnTo>
                <a:lnTo>
                  <a:pt x="5981757" y="1560626"/>
                </a:lnTo>
                <a:lnTo>
                  <a:pt x="5998321" y="1453949"/>
                </a:lnTo>
                <a:lnTo>
                  <a:pt x="6014881" y="1417257"/>
                </a:lnTo>
                <a:lnTo>
                  <a:pt x="6031446" y="1043253"/>
                </a:lnTo>
                <a:lnTo>
                  <a:pt x="6048019" y="991487"/>
                </a:lnTo>
                <a:lnTo>
                  <a:pt x="6064582" y="1284158"/>
                </a:lnTo>
                <a:lnTo>
                  <a:pt x="6081145" y="1141630"/>
                </a:lnTo>
                <a:lnTo>
                  <a:pt x="6097706" y="1074412"/>
                </a:lnTo>
                <a:lnTo>
                  <a:pt x="6114280" y="963863"/>
                </a:lnTo>
                <a:lnTo>
                  <a:pt x="6130842" y="948586"/>
                </a:lnTo>
                <a:lnTo>
                  <a:pt x="6147405" y="987037"/>
                </a:lnTo>
                <a:lnTo>
                  <a:pt x="6163969" y="1173393"/>
                </a:lnTo>
                <a:lnTo>
                  <a:pt x="6180542" y="1485399"/>
                </a:lnTo>
                <a:lnTo>
                  <a:pt x="6197105" y="1241139"/>
                </a:lnTo>
                <a:lnTo>
                  <a:pt x="6213666" y="1074731"/>
                </a:lnTo>
                <a:lnTo>
                  <a:pt x="6230229" y="1011616"/>
                </a:lnTo>
                <a:lnTo>
                  <a:pt x="6246803" y="1009650"/>
                </a:lnTo>
                <a:lnTo>
                  <a:pt x="6263367" y="1059877"/>
                </a:lnTo>
                <a:lnTo>
                  <a:pt x="6279929" y="1218112"/>
                </a:lnTo>
                <a:lnTo>
                  <a:pt x="6296490" y="1444396"/>
                </a:lnTo>
                <a:lnTo>
                  <a:pt x="6313065" y="1446223"/>
                </a:lnTo>
                <a:lnTo>
                  <a:pt x="6329626" y="1337540"/>
                </a:lnTo>
                <a:lnTo>
                  <a:pt x="6346190" y="1320264"/>
                </a:lnTo>
                <a:lnTo>
                  <a:pt x="6362754" y="1332436"/>
                </a:lnTo>
                <a:lnTo>
                  <a:pt x="6379325" y="1396334"/>
                </a:lnTo>
                <a:lnTo>
                  <a:pt x="6395889" y="1492130"/>
                </a:lnTo>
                <a:lnTo>
                  <a:pt x="6412451" y="1591589"/>
                </a:lnTo>
                <a:lnTo>
                  <a:pt x="6429013" y="1586261"/>
                </a:lnTo>
                <a:lnTo>
                  <a:pt x="6445588" y="1580211"/>
                </a:lnTo>
                <a:lnTo>
                  <a:pt x="6462149" y="1585283"/>
                </a:lnTo>
                <a:lnTo>
                  <a:pt x="6478712" y="1583359"/>
                </a:lnTo>
                <a:lnTo>
                  <a:pt x="6495273" y="1537983"/>
                </a:lnTo>
                <a:lnTo>
                  <a:pt x="6511848" y="1502258"/>
                </a:lnTo>
                <a:lnTo>
                  <a:pt x="6528412" y="1494210"/>
                </a:lnTo>
                <a:lnTo>
                  <a:pt x="6544973" y="1499264"/>
                </a:lnTo>
                <a:lnTo>
                  <a:pt x="6561536" y="1540837"/>
                </a:lnTo>
                <a:lnTo>
                  <a:pt x="6578109" y="1607306"/>
                </a:lnTo>
                <a:lnTo>
                  <a:pt x="6594671" y="1522096"/>
                </a:lnTo>
                <a:lnTo>
                  <a:pt x="6611235" y="1456770"/>
                </a:lnTo>
                <a:lnTo>
                  <a:pt x="6627797" y="1434953"/>
                </a:lnTo>
                <a:lnTo>
                  <a:pt x="6644372" y="1436067"/>
                </a:lnTo>
                <a:lnTo>
                  <a:pt x="6660933" y="1462563"/>
                </a:lnTo>
                <a:lnTo>
                  <a:pt x="6677496" y="1517232"/>
                </a:lnTo>
                <a:lnTo>
                  <a:pt x="6694058" y="1585662"/>
                </a:lnTo>
                <a:lnTo>
                  <a:pt x="6710632" y="1592674"/>
                </a:lnTo>
                <a:lnTo>
                  <a:pt x="6727196" y="1559276"/>
                </a:lnTo>
                <a:lnTo>
                  <a:pt x="6743757" y="1553551"/>
                </a:lnTo>
                <a:lnTo>
                  <a:pt x="6760321" y="1557902"/>
                </a:lnTo>
                <a:lnTo>
                  <a:pt x="6776893" y="1580545"/>
                </a:lnTo>
                <a:lnTo>
                  <a:pt x="6793456" y="1610722"/>
                </a:lnTo>
                <a:lnTo>
                  <a:pt x="6810019" y="1630151"/>
                </a:lnTo>
                <a:lnTo>
                  <a:pt x="6826581" y="1623218"/>
                </a:lnTo>
                <a:lnTo>
                  <a:pt x="6843156" y="1618339"/>
                </a:lnTo>
                <a:lnTo>
                  <a:pt x="6859716" y="1618606"/>
                </a:lnTo>
                <a:lnTo>
                  <a:pt x="6876281" y="1619536"/>
                </a:lnTo>
                <a:lnTo>
                  <a:pt x="6892843" y="1616765"/>
                </a:lnTo>
                <a:lnTo>
                  <a:pt x="6909417" y="1616999"/>
                </a:lnTo>
                <a:lnTo>
                  <a:pt x="6925979" y="1618790"/>
                </a:lnTo>
                <a:lnTo>
                  <a:pt x="6942540" y="1622361"/>
                </a:lnTo>
                <a:lnTo>
                  <a:pt x="6959105" y="1631925"/>
                </a:lnTo>
                <a:lnTo>
                  <a:pt x="6975677" y="1626382"/>
                </a:lnTo>
                <a:lnTo>
                  <a:pt x="6992240" y="1614738"/>
                </a:lnTo>
                <a:lnTo>
                  <a:pt x="7008804" y="1614196"/>
                </a:lnTo>
                <a:lnTo>
                  <a:pt x="7025364" y="1616482"/>
                </a:lnTo>
                <a:lnTo>
                  <a:pt x="7041939" y="1621544"/>
                </a:lnTo>
                <a:lnTo>
                  <a:pt x="7058501" y="1627656"/>
                </a:lnTo>
                <a:lnTo>
                  <a:pt x="7075064" y="1634923"/>
                </a:lnTo>
                <a:lnTo>
                  <a:pt x="7091628" y="1635457"/>
                </a:lnTo>
                <a:lnTo>
                  <a:pt x="7108201" y="1634228"/>
                </a:lnTo>
                <a:lnTo>
                  <a:pt x="7124763" y="1636068"/>
                </a:lnTo>
                <a:lnTo>
                  <a:pt x="7141324" y="1627644"/>
                </a:lnTo>
                <a:lnTo>
                  <a:pt x="7157886" y="1546227"/>
                </a:lnTo>
                <a:lnTo>
                  <a:pt x="7174461" y="1409907"/>
                </a:lnTo>
                <a:lnTo>
                  <a:pt x="7191023" y="1267602"/>
                </a:lnTo>
                <a:lnTo>
                  <a:pt x="7207587" y="1027432"/>
                </a:lnTo>
                <a:lnTo>
                  <a:pt x="7224148" y="1122626"/>
                </a:lnTo>
                <a:lnTo>
                  <a:pt x="7240722" y="1265873"/>
                </a:lnTo>
                <a:lnTo>
                  <a:pt x="7257286" y="1244653"/>
                </a:lnTo>
                <a:lnTo>
                  <a:pt x="7273848" y="1006017"/>
                </a:lnTo>
                <a:lnTo>
                  <a:pt x="7290410" y="926068"/>
                </a:lnTo>
                <a:lnTo>
                  <a:pt x="7306983" y="941087"/>
                </a:lnTo>
                <a:lnTo>
                  <a:pt x="7323547" y="1081146"/>
                </a:lnTo>
                <a:lnTo>
                  <a:pt x="7340109" y="1338191"/>
                </a:lnTo>
                <a:lnTo>
                  <a:pt x="7356671" y="1315366"/>
                </a:lnTo>
                <a:lnTo>
                  <a:pt x="7373246" y="1106922"/>
                </a:lnTo>
                <a:lnTo>
                  <a:pt x="7389807" y="1005833"/>
                </a:lnTo>
                <a:lnTo>
                  <a:pt x="7406371" y="996916"/>
                </a:lnTo>
                <a:lnTo>
                  <a:pt x="7422932" y="1035124"/>
                </a:lnTo>
                <a:lnTo>
                  <a:pt x="7439506" y="1183341"/>
                </a:lnTo>
                <a:lnTo>
                  <a:pt x="7456070" y="1403999"/>
                </a:lnTo>
                <a:lnTo>
                  <a:pt x="7472632" y="1450661"/>
                </a:lnTo>
                <a:lnTo>
                  <a:pt x="7489195" y="1330432"/>
                </a:lnTo>
                <a:lnTo>
                  <a:pt x="7505768" y="1297143"/>
                </a:lnTo>
                <a:lnTo>
                  <a:pt x="7522330" y="1303061"/>
                </a:lnTo>
                <a:lnTo>
                  <a:pt x="7538893" y="1372445"/>
                </a:lnTo>
                <a:lnTo>
                  <a:pt x="7555455" y="1478267"/>
                </a:lnTo>
                <a:lnTo>
                  <a:pt x="7572030" y="1557901"/>
                </a:lnTo>
                <a:lnTo>
                  <a:pt x="7588591" y="1575205"/>
                </a:lnTo>
                <a:lnTo>
                  <a:pt x="7605155" y="1575364"/>
                </a:lnTo>
                <a:lnTo>
                  <a:pt x="7621718" y="1570502"/>
                </a:lnTo>
                <a:lnTo>
                  <a:pt x="7638290" y="1562784"/>
                </a:lnTo>
                <a:lnTo>
                  <a:pt x="7654853" y="1564296"/>
                </a:lnTo>
                <a:lnTo>
                  <a:pt x="7671415" y="1568367"/>
                </a:lnTo>
                <a:lnTo>
                  <a:pt x="7687979" y="1566837"/>
                </a:lnTo>
                <a:lnTo>
                  <a:pt x="7704552" y="1574424"/>
                </a:lnTo>
                <a:lnTo>
                  <a:pt x="7721115" y="1551293"/>
                </a:lnTo>
                <a:lnTo>
                  <a:pt x="7737678" y="1508829"/>
                </a:lnTo>
                <a:lnTo>
                  <a:pt x="7754239" y="1499039"/>
                </a:lnTo>
                <a:lnTo>
                  <a:pt x="7770812" y="1504860"/>
                </a:lnTo>
                <a:lnTo>
                  <a:pt x="7787375" y="1540768"/>
                </a:lnTo>
                <a:lnTo>
                  <a:pt x="7803937" y="1589978"/>
                </a:lnTo>
                <a:lnTo>
                  <a:pt x="7820501" y="1622421"/>
                </a:lnTo>
                <a:lnTo>
                  <a:pt x="7837075" y="1601073"/>
                </a:lnTo>
                <a:lnTo>
                  <a:pt x="7853637" y="1598739"/>
                </a:lnTo>
                <a:lnTo>
                  <a:pt x="7870198" y="1605109"/>
                </a:lnTo>
                <a:lnTo>
                  <a:pt x="7886760" y="1622599"/>
                </a:lnTo>
                <a:lnTo>
                  <a:pt x="7903336" y="1630199"/>
                </a:lnTo>
                <a:lnTo>
                  <a:pt x="7919897" y="1628836"/>
                </a:lnTo>
                <a:lnTo>
                  <a:pt x="7936461" y="1630850"/>
                </a:lnTo>
                <a:lnTo>
                  <a:pt x="7953023" y="1624837"/>
                </a:lnTo>
                <a:lnTo>
                  <a:pt x="7969597" y="1621842"/>
                </a:lnTo>
                <a:lnTo>
                  <a:pt x="7986160" y="1621201"/>
                </a:lnTo>
                <a:lnTo>
                  <a:pt x="8002721" y="1621362"/>
                </a:lnTo>
                <a:lnTo>
                  <a:pt x="8019286" y="1625799"/>
                </a:lnTo>
                <a:lnTo>
                  <a:pt x="8035857" y="1634170"/>
                </a:lnTo>
                <a:lnTo>
                  <a:pt x="8052421" y="1625169"/>
                </a:lnTo>
                <a:lnTo>
                  <a:pt x="8068985" y="1624491"/>
                </a:lnTo>
                <a:lnTo>
                  <a:pt x="8085545" y="1626755"/>
                </a:lnTo>
                <a:lnTo>
                  <a:pt x="8102120" y="1626974"/>
                </a:lnTo>
                <a:lnTo>
                  <a:pt x="8118682" y="1625463"/>
                </a:lnTo>
                <a:lnTo>
                  <a:pt x="8135244" y="1626928"/>
                </a:lnTo>
                <a:lnTo>
                  <a:pt x="8151807" y="1629821"/>
                </a:lnTo>
                <a:lnTo>
                  <a:pt x="8168381" y="1634422"/>
                </a:lnTo>
                <a:lnTo>
                  <a:pt x="8184944" y="1635634"/>
                </a:lnTo>
                <a:lnTo>
                  <a:pt x="8201507" y="1592368"/>
                </a:lnTo>
                <a:lnTo>
                  <a:pt x="8218069" y="1409337"/>
                </a:lnTo>
                <a:lnTo>
                  <a:pt x="8234642" y="1321746"/>
                </a:lnTo>
                <a:lnTo>
                  <a:pt x="8251205" y="1099640"/>
                </a:lnTo>
                <a:lnTo>
                  <a:pt x="8267767" y="1214047"/>
                </a:lnTo>
                <a:lnTo>
                  <a:pt x="8284330" y="1393529"/>
                </a:lnTo>
                <a:lnTo>
                  <a:pt x="8300905" y="1426225"/>
                </a:lnTo>
                <a:lnTo>
                  <a:pt x="8317465" y="1171720"/>
                </a:lnTo>
                <a:lnTo>
                  <a:pt x="8334029" y="1075014"/>
                </a:lnTo>
                <a:lnTo>
                  <a:pt x="8350592" y="1068574"/>
                </a:lnTo>
                <a:lnTo>
                  <a:pt x="8367165" y="1105916"/>
                </a:lnTo>
                <a:lnTo>
                  <a:pt x="8383727" y="1285979"/>
                </a:lnTo>
                <a:lnTo>
                  <a:pt x="8400290" y="1391820"/>
                </a:lnTo>
                <a:lnTo>
                  <a:pt x="8416850" y="1238311"/>
                </a:lnTo>
                <a:lnTo>
                  <a:pt x="8433426" y="1138238"/>
                </a:lnTo>
                <a:lnTo>
                  <a:pt x="8449988" y="1125293"/>
                </a:lnTo>
                <a:lnTo>
                  <a:pt x="8466551" y="1151518"/>
                </a:lnTo>
                <a:lnTo>
                  <a:pt x="8483113" y="1274801"/>
                </a:lnTo>
                <a:lnTo>
                  <a:pt x="8499687" y="1452662"/>
                </a:lnTo>
                <a:lnTo>
                  <a:pt x="8516250" y="1505479"/>
                </a:lnTo>
                <a:lnTo>
                  <a:pt x="8532811" y="1403857"/>
                </a:lnTo>
                <a:lnTo>
                  <a:pt x="8549375" y="1375332"/>
                </a:lnTo>
                <a:lnTo>
                  <a:pt x="8565950" y="1379768"/>
                </a:lnTo>
                <a:lnTo>
                  <a:pt x="8582511" y="1432137"/>
                </a:lnTo>
                <a:lnTo>
                  <a:pt x="8599073" y="1514388"/>
                </a:lnTo>
                <a:lnTo>
                  <a:pt x="8615634" y="1594711"/>
                </a:lnTo>
                <a:lnTo>
                  <a:pt x="8632211" y="1628581"/>
                </a:lnTo>
                <a:lnTo>
                  <a:pt x="8648772" y="1597348"/>
                </a:lnTo>
                <a:lnTo>
                  <a:pt x="8665335" y="1572554"/>
                </a:lnTo>
                <a:lnTo>
                  <a:pt x="8681897" y="1575126"/>
                </a:lnTo>
                <a:lnTo>
                  <a:pt x="8698470" y="1613975"/>
                </a:lnTo>
                <a:lnTo>
                  <a:pt x="8715034" y="1597146"/>
                </a:lnTo>
                <a:lnTo>
                  <a:pt x="8731596" y="1580312"/>
                </a:lnTo>
                <a:lnTo>
                  <a:pt x="8748159" y="1561794"/>
                </a:lnTo>
                <a:lnTo>
                  <a:pt x="8764733" y="1558027"/>
                </a:lnTo>
                <a:lnTo>
                  <a:pt x="8781295" y="1562553"/>
                </a:lnTo>
                <a:lnTo>
                  <a:pt x="8797859" y="1557431"/>
                </a:lnTo>
                <a:lnTo>
                  <a:pt x="8814420" y="1556019"/>
                </a:lnTo>
                <a:lnTo>
                  <a:pt x="8830994" y="1569550"/>
                </a:lnTo>
                <a:lnTo>
                  <a:pt x="8847556" y="1606824"/>
                </a:lnTo>
                <a:lnTo>
                  <a:pt x="8864119" y="1620738"/>
                </a:lnTo>
                <a:lnTo>
                  <a:pt x="8880682" y="1598271"/>
                </a:lnTo>
                <a:lnTo>
                  <a:pt x="8897254" y="1580287"/>
                </a:lnTo>
                <a:lnTo>
                  <a:pt x="8913817" y="1575481"/>
                </a:lnTo>
                <a:lnTo>
                  <a:pt x="8930380" y="1575903"/>
                </a:lnTo>
                <a:lnTo>
                  <a:pt x="8946942" y="1585757"/>
                </a:lnTo>
                <a:lnTo>
                  <a:pt x="8963516" y="1606654"/>
                </a:lnTo>
                <a:lnTo>
                  <a:pt x="8980079" y="1623975"/>
                </a:lnTo>
                <a:lnTo>
                  <a:pt x="8996640" y="1614213"/>
                </a:lnTo>
                <a:lnTo>
                  <a:pt x="9013204" y="1610612"/>
                </a:lnTo>
                <a:lnTo>
                  <a:pt x="9029777" y="1609727"/>
                </a:lnTo>
                <a:lnTo>
                  <a:pt x="9046342" y="1605346"/>
                </a:lnTo>
                <a:lnTo>
                  <a:pt x="9062901" y="1604510"/>
                </a:lnTo>
                <a:lnTo>
                  <a:pt x="9079465" y="1609632"/>
                </a:lnTo>
                <a:lnTo>
                  <a:pt x="9096039" y="1625288"/>
                </a:lnTo>
                <a:lnTo>
                  <a:pt x="9112601" y="1638334"/>
                </a:lnTo>
                <a:lnTo>
                  <a:pt x="9129164" y="1624645"/>
                </a:lnTo>
                <a:lnTo>
                  <a:pt x="9145725" y="1613240"/>
                </a:lnTo>
                <a:lnTo>
                  <a:pt x="9162302" y="1605517"/>
                </a:lnTo>
                <a:lnTo>
                  <a:pt x="9178862" y="1603561"/>
                </a:lnTo>
                <a:lnTo>
                  <a:pt x="9195425" y="1604606"/>
                </a:lnTo>
                <a:lnTo>
                  <a:pt x="9211987" y="1614232"/>
                </a:lnTo>
                <a:lnTo>
                  <a:pt x="9228561" y="1629556"/>
                </a:lnTo>
                <a:lnTo>
                  <a:pt x="9245125" y="1594244"/>
                </a:lnTo>
                <a:lnTo>
                  <a:pt x="9261685" y="1488684"/>
                </a:lnTo>
                <a:lnTo>
                  <a:pt x="9278248" y="1374710"/>
                </a:lnTo>
                <a:lnTo>
                  <a:pt x="9294823" y="1293474"/>
                </a:lnTo>
                <a:lnTo>
                  <a:pt x="9311386" y="1427867"/>
                </a:lnTo>
                <a:lnTo>
                  <a:pt x="9327948" y="1462477"/>
                </a:lnTo>
                <a:lnTo>
                  <a:pt x="9344508" y="1417426"/>
                </a:lnTo>
                <a:lnTo>
                  <a:pt x="9361085" y="1263705"/>
                </a:lnTo>
                <a:lnTo>
                  <a:pt x="9377646" y="1227498"/>
                </a:lnTo>
                <a:lnTo>
                  <a:pt x="9394209" y="1234923"/>
                </a:lnTo>
                <a:lnTo>
                  <a:pt x="9410771" y="1324743"/>
                </a:lnTo>
                <a:lnTo>
                  <a:pt x="9427345" y="1504914"/>
                </a:lnTo>
                <a:lnTo>
                  <a:pt x="9443907" y="1354378"/>
                </a:lnTo>
                <a:lnTo>
                  <a:pt x="9460470" y="1261847"/>
                </a:lnTo>
                <a:lnTo>
                  <a:pt x="9477032" y="1251222"/>
                </a:lnTo>
                <a:lnTo>
                  <a:pt x="9493607" y="1272214"/>
                </a:lnTo>
                <a:lnTo>
                  <a:pt x="9510168" y="1363907"/>
                </a:lnTo>
                <a:lnTo>
                  <a:pt x="9526732" y="1501598"/>
                </a:lnTo>
                <a:lnTo>
                  <a:pt x="9543295" y="1522876"/>
                </a:lnTo>
                <a:lnTo>
                  <a:pt x="9559867" y="1458283"/>
                </a:lnTo>
                <a:lnTo>
                  <a:pt x="9576430" y="1444833"/>
                </a:lnTo>
                <a:lnTo>
                  <a:pt x="9592992" y="1450134"/>
                </a:lnTo>
                <a:lnTo>
                  <a:pt x="9609556" y="1491269"/>
                </a:lnTo>
                <a:lnTo>
                  <a:pt x="9626128" y="1548764"/>
                </a:lnTo>
                <a:lnTo>
                  <a:pt x="9642691" y="1601983"/>
                </a:lnTo>
                <a:lnTo>
                  <a:pt x="9659255" y="1625720"/>
                </a:lnTo>
                <a:lnTo>
                  <a:pt x="9675816" y="1608753"/>
                </a:lnTo>
                <a:lnTo>
                  <a:pt x="9692391" y="1603444"/>
                </a:lnTo>
                <a:lnTo>
                  <a:pt x="9708953" y="1604401"/>
                </a:lnTo>
                <a:lnTo>
                  <a:pt x="9725515" y="1606914"/>
                </a:lnTo>
                <a:lnTo>
                  <a:pt x="9742078" y="1579337"/>
                </a:lnTo>
                <a:lnTo>
                  <a:pt x="9758651" y="1566340"/>
                </a:lnTo>
                <a:lnTo>
                  <a:pt x="9775215" y="1566766"/>
                </a:lnTo>
                <a:lnTo>
                  <a:pt x="9791776" y="1581828"/>
                </a:lnTo>
                <a:lnTo>
                  <a:pt x="9808340" y="1606439"/>
                </a:lnTo>
                <a:lnTo>
                  <a:pt x="9824914" y="1627080"/>
                </a:lnTo>
                <a:lnTo>
                  <a:pt x="9841475" y="1605093"/>
                </a:lnTo>
                <a:lnTo>
                  <a:pt x="9858037" y="1595057"/>
                </a:lnTo>
                <a:lnTo>
                  <a:pt x="9874599" y="1594693"/>
                </a:lnTo>
                <a:lnTo>
                  <a:pt x="9891176" y="1599462"/>
                </a:lnTo>
                <a:lnTo>
                  <a:pt x="9907738" y="1609484"/>
                </a:lnTo>
                <a:lnTo>
                  <a:pt x="9924299" y="1621135"/>
                </a:lnTo>
                <a:lnTo>
                  <a:pt x="9940862" y="1628029"/>
                </a:lnTo>
                <a:lnTo>
                  <a:pt x="9957435" y="1616868"/>
                </a:lnTo>
                <a:lnTo>
                  <a:pt x="9973998" y="1609215"/>
                </a:lnTo>
                <a:lnTo>
                  <a:pt x="9990560" y="1607825"/>
                </a:lnTo>
                <a:lnTo>
                  <a:pt x="10007120" y="1611409"/>
                </a:lnTo>
                <a:lnTo>
                  <a:pt x="10023697" y="1622784"/>
                </a:lnTo>
                <a:lnTo>
                  <a:pt x="10040259" y="1631353"/>
                </a:lnTo>
                <a:lnTo>
                  <a:pt x="10056822" y="1635617"/>
                </a:lnTo>
                <a:lnTo>
                  <a:pt x="10073384" y="1637490"/>
                </a:lnTo>
                <a:lnTo>
                  <a:pt x="10089956" y="1623521"/>
                </a:lnTo>
                <a:lnTo>
                  <a:pt x="10106520" y="1621140"/>
                </a:lnTo>
                <a:lnTo>
                  <a:pt x="10123082" y="1621316"/>
                </a:lnTo>
                <a:lnTo>
                  <a:pt x="10139645" y="1615067"/>
                </a:lnTo>
                <a:lnTo>
                  <a:pt x="10156219" y="1612828"/>
                </a:lnTo>
                <a:lnTo>
                  <a:pt x="10172782" y="1615029"/>
                </a:lnTo>
                <a:lnTo>
                  <a:pt x="10189345" y="1628049"/>
                </a:lnTo>
                <a:lnTo>
                  <a:pt x="10205906" y="1633596"/>
                </a:lnTo>
                <a:lnTo>
                  <a:pt x="10222480" y="1627841"/>
                </a:lnTo>
                <a:lnTo>
                  <a:pt x="10239042" y="1621401"/>
                </a:lnTo>
                <a:lnTo>
                  <a:pt x="10255606" y="1617828"/>
                </a:lnTo>
                <a:lnTo>
                  <a:pt x="10272169" y="1617888"/>
                </a:lnTo>
                <a:lnTo>
                  <a:pt x="10288743" y="1621476"/>
                </a:lnTo>
                <a:lnTo>
                  <a:pt x="10305305" y="1597860"/>
                </a:lnTo>
                <a:lnTo>
                  <a:pt x="10321867" y="1549730"/>
                </a:lnTo>
                <a:lnTo>
                  <a:pt x="10338429" y="1437007"/>
                </a:lnTo>
                <a:lnTo>
                  <a:pt x="10355004" y="1402644"/>
                </a:lnTo>
                <a:lnTo>
                  <a:pt x="10371565" y="1532078"/>
                </a:lnTo>
                <a:lnTo>
                  <a:pt x="10388129" y="1508164"/>
                </a:lnTo>
                <a:lnTo>
                  <a:pt x="10404690" y="1460572"/>
                </a:lnTo>
                <a:lnTo>
                  <a:pt x="10421265" y="1384383"/>
                </a:lnTo>
                <a:lnTo>
                  <a:pt x="10437827" y="1373522"/>
                </a:lnTo>
                <a:lnTo>
                  <a:pt x="10454388" y="1392272"/>
                </a:lnTo>
                <a:lnTo>
                  <a:pt x="10470952" y="1481943"/>
                </a:lnTo>
                <a:lnTo>
                  <a:pt x="10487525" y="1528753"/>
                </a:lnTo>
                <a:lnTo>
                  <a:pt x="10504087" y="1436423"/>
                </a:lnTo>
                <a:lnTo>
                  <a:pt x="10520651" y="1397595"/>
                </a:lnTo>
                <a:lnTo>
                  <a:pt x="10537212" y="1396045"/>
                </a:lnTo>
              </a:path>
            </a:pathLst>
          </a:custGeom>
          <a:noFill/>
          <a:ln w="11430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TAPS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5989320"/>
            <a:ext cx="10545775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831377" y="4667284"/>
            <a:ext cx="10537358" cy="1308618"/>
          </a:xfrm>
          <a:custGeom>
            <a:avLst/>
            <a:gdLst/>
            <a:ahLst/>
            <a:cxnLst/>
            <a:rect l="l" t="t" r="r" b="b"/>
            <a:pathLst>
              <a:path w="10537358" h="1308618">
                <a:moveTo>
                  <a:pt x="0" y="1169495"/>
                </a:moveTo>
                <a:lnTo>
                  <a:pt x="19890" y="1185592"/>
                </a:lnTo>
                <a:lnTo>
                  <a:pt x="39759" y="1209869"/>
                </a:lnTo>
                <a:lnTo>
                  <a:pt x="59648" y="1198058"/>
                </a:lnTo>
                <a:lnTo>
                  <a:pt x="79517" y="1203114"/>
                </a:lnTo>
                <a:lnTo>
                  <a:pt x="99405" y="1254847"/>
                </a:lnTo>
                <a:lnTo>
                  <a:pt x="119272" y="1223328"/>
                </a:lnTo>
                <a:lnTo>
                  <a:pt x="139163" y="1226955"/>
                </a:lnTo>
                <a:lnTo>
                  <a:pt x="159032" y="1265569"/>
                </a:lnTo>
                <a:lnTo>
                  <a:pt x="178919" y="1243367"/>
                </a:lnTo>
                <a:lnTo>
                  <a:pt x="198788" y="1230513"/>
                </a:lnTo>
                <a:lnTo>
                  <a:pt x="218675" y="1244658"/>
                </a:lnTo>
                <a:lnTo>
                  <a:pt x="238542" y="1261565"/>
                </a:lnTo>
                <a:lnTo>
                  <a:pt x="258434" y="1253736"/>
                </a:lnTo>
                <a:lnTo>
                  <a:pt x="278304" y="1260224"/>
                </a:lnTo>
                <a:lnTo>
                  <a:pt x="298191" y="1264806"/>
                </a:lnTo>
                <a:lnTo>
                  <a:pt x="318062" y="1249164"/>
                </a:lnTo>
                <a:lnTo>
                  <a:pt x="337946" y="1249288"/>
                </a:lnTo>
                <a:lnTo>
                  <a:pt x="357816" y="1268177"/>
                </a:lnTo>
                <a:lnTo>
                  <a:pt x="377706" y="1215539"/>
                </a:lnTo>
                <a:lnTo>
                  <a:pt x="397574" y="1173576"/>
                </a:lnTo>
                <a:lnTo>
                  <a:pt x="417465" y="1168172"/>
                </a:lnTo>
                <a:lnTo>
                  <a:pt x="437332" y="1183498"/>
                </a:lnTo>
                <a:lnTo>
                  <a:pt x="457219" y="1238662"/>
                </a:lnTo>
                <a:lnTo>
                  <a:pt x="477090" y="1285415"/>
                </a:lnTo>
                <a:lnTo>
                  <a:pt x="496976" y="1269496"/>
                </a:lnTo>
                <a:lnTo>
                  <a:pt x="516847" y="1255523"/>
                </a:lnTo>
                <a:lnTo>
                  <a:pt x="536737" y="1255388"/>
                </a:lnTo>
                <a:lnTo>
                  <a:pt x="556604" y="1265303"/>
                </a:lnTo>
                <a:lnTo>
                  <a:pt x="576491" y="1271145"/>
                </a:lnTo>
                <a:lnTo>
                  <a:pt x="596360" y="1270974"/>
                </a:lnTo>
                <a:lnTo>
                  <a:pt x="616248" y="1286213"/>
                </a:lnTo>
                <a:lnTo>
                  <a:pt x="636120" y="1260200"/>
                </a:lnTo>
                <a:lnTo>
                  <a:pt x="656007" y="1242002"/>
                </a:lnTo>
                <a:lnTo>
                  <a:pt x="675874" y="1235849"/>
                </a:lnTo>
                <a:lnTo>
                  <a:pt x="695763" y="1227626"/>
                </a:lnTo>
                <a:lnTo>
                  <a:pt x="715632" y="1227141"/>
                </a:lnTo>
                <a:lnTo>
                  <a:pt x="735520" y="1236908"/>
                </a:lnTo>
                <a:lnTo>
                  <a:pt x="755391" y="1260002"/>
                </a:lnTo>
                <a:lnTo>
                  <a:pt x="775279" y="1290478"/>
                </a:lnTo>
                <a:lnTo>
                  <a:pt x="795145" y="1286148"/>
                </a:lnTo>
                <a:lnTo>
                  <a:pt x="815036" y="1281757"/>
                </a:lnTo>
                <a:lnTo>
                  <a:pt x="834902" y="1259233"/>
                </a:lnTo>
                <a:lnTo>
                  <a:pt x="854793" y="1255771"/>
                </a:lnTo>
                <a:lnTo>
                  <a:pt x="874661" y="1266136"/>
                </a:lnTo>
                <a:lnTo>
                  <a:pt x="894547" y="1264141"/>
                </a:lnTo>
                <a:lnTo>
                  <a:pt x="914419" y="1240703"/>
                </a:lnTo>
                <a:lnTo>
                  <a:pt x="934305" y="1240766"/>
                </a:lnTo>
                <a:lnTo>
                  <a:pt x="954175" y="1259425"/>
                </a:lnTo>
                <a:lnTo>
                  <a:pt x="974066" y="1282513"/>
                </a:lnTo>
                <a:lnTo>
                  <a:pt x="993933" y="1284314"/>
                </a:lnTo>
                <a:lnTo>
                  <a:pt x="1013821" y="1288747"/>
                </a:lnTo>
                <a:lnTo>
                  <a:pt x="1033689" y="1270039"/>
                </a:lnTo>
                <a:lnTo>
                  <a:pt x="1053577" y="1257165"/>
                </a:lnTo>
                <a:lnTo>
                  <a:pt x="1073447" y="1261682"/>
                </a:lnTo>
                <a:lnTo>
                  <a:pt x="1093336" y="1229498"/>
                </a:lnTo>
                <a:lnTo>
                  <a:pt x="1113205" y="1215848"/>
                </a:lnTo>
                <a:lnTo>
                  <a:pt x="1133092" y="1217633"/>
                </a:lnTo>
                <a:lnTo>
                  <a:pt x="1152959" y="1208539"/>
                </a:lnTo>
                <a:lnTo>
                  <a:pt x="1172851" y="1189470"/>
                </a:lnTo>
                <a:lnTo>
                  <a:pt x="1192720" y="1190341"/>
                </a:lnTo>
                <a:lnTo>
                  <a:pt x="1212609" y="1211841"/>
                </a:lnTo>
                <a:lnTo>
                  <a:pt x="1232477" y="1180983"/>
                </a:lnTo>
                <a:lnTo>
                  <a:pt x="1252364" y="1182592"/>
                </a:lnTo>
                <a:lnTo>
                  <a:pt x="1272232" y="1226235"/>
                </a:lnTo>
                <a:lnTo>
                  <a:pt x="1292121" y="1179246"/>
                </a:lnTo>
                <a:lnTo>
                  <a:pt x="1311991" y="1161969"/>
                </a:lnTo>
                <a:lnTo>
                  <a:pt x="1331879" y="1171995"/>
                </a:lnTo>
                <a:lnTo>
                  <a:pt x="1351750" y="1235476"/>
                </a:lnTo>
                <a:lnTo>
                  <a:pt x="1371636" y="1219661"/>
                </a:lnTo>
                <a:lnTo>
                  <a:pt x="1391506" y="1207960"/>
                </a:lnTo>
                <a:lnTo>
                  <a:pt x="1411392" y="1180254"/>
                </a:lnTo>
                <a:lnTo>
                  <a:pt x="1431262" y="1110813"/>
                </a:lnTo>
                <a:lnTo>
                  <a:pt x="1451152" y="1108144"/>
                </a:lnTo>
                <a:lnTo>
                  <a:pt x="1471021" y="1153188"/>
                </a:lnTo>
                <a:lnTo>
                  <a:pt x="1490907" y="1106308"/>
                </a:lnTo>
                <a:lnTo>
                  <a:pt x="1510777" y="1100924"/>
                </a:lnTo>
                <a:lnTo>
                  <a:pt x="1530666" y="1137903"/>
                </a:lnTo>
                <a:lnTo>
                  <a:pt x="1550534" y="1219254"/>
                </a:lnTo>
                <a:lnTo>
                  <a:pt x="1570424" y="1227154"/>
                </a:lnTo>
                <a:lnTo>
                  <a:pt x="1590291" y="1184446"/>
                </a:lnTo>
                <a:lnTo>
                  <a:pt x="1610181" y="1181309"/>
                </a:lnTo>
                <a:lnTo>
                  <a:pt x="1630048" y="1177002"/>
                </a:lnTo>
                <a:lnTo>
                  <a:pt x="1649936" y="1153949"/>
                </a:lnTo>
                <a:lnTo>
                  <a:pt x="1669805" y="1153115"/>
                </a:lnTo>
                <a:lnTo>
                  <a:pt x="1689695" y="1173134"/>
                </a:lnTo>
                <a:lnTo>
                  <a:pt x="1709563" y="1220384"/>
                </a:lnTo>
                <a:lnTo>
                  <a:pt x="1729453" y="1170997"/>
                </a:lnTo>
                <a:lnTo>
                  <a:pt x="1749320" y="1081246"/>
                </a:lnTo>
                <a:lnTo>
                  <a:pt x="1769208" y="992540"/>
                </a:lnTo>
                <a:lnTo>
                  <a:pt x="1789078" y="902956"/>
                </a:lnTo>
                <a:lnTo>
                  <a:pt x="1808966" y="779133"/>
                </a:lnTo>
                <a:lnTo>
                  <a:pt x="1828837" y="725900"/>
                </a:lnTo>
                <a:lnTo>
                  <a:pt x="1848723" y="739453"/>
                </a:lnTo>
                <a:lnTo>
                  <a:pt x="1868593" y="964577"/>
                </a:lnTo>
                <a:lnTo>
                  <a:pt x="1888480" y="853089"/>
                </a:lnTo>
                <a:lnTo>
                  <a:pt x="1908348" y="818486"/>
                </a:lnTo>
                <a:lnTo>
                  <a:pt x="1928238" y="914850"/>
                </a:lnTo>
                <a:lnTo>
                  <a:pt x="1948107" y="935008"/>
                </a:lnTo>
                <a:lnTo>
                  <a:pt x="1967996" y="814235"/>
                </a:lnTo>
                <a:lnTo>
                  <a:pt x="1987865" y="853527"/>
                </a:lnTo>
                <a:lnTo>
                  <a:pt x="2007753" y="893912"/>
                </a:lnTo>
                <a:lnTo>
                  <a:pt x="2027620" y="778221"/>
                </a:lnTo>
                <a:lnTo>
                  <a:pt x="2047512" y="860783"/>
                </a:lnTo>
                <a:lnTo>
                  <a:pt x="2067376" y="1174118"/>
                </a:lnTo>
                <a:lnTo>
                  <a:pt x="2087267" y="1179463"/>
                </a:lnTo>
                <a:lnTo>
                  <a:pt x="2107138" y="1077788"/>
                </a:lnTo>
                <a:lnTo>
                  <a:pt x="2127024" y="974492"/>
                </a:lnTo>
                <a:lnTo>
                  <a:pt x="2146893" y="895243"/>
                </a:lnTo>
                <a:lnTo>
                  <a:pt x="2166782" y="829527"/>
                </a:lnTo>
                <a:lnTo>
                  <a:pt x="2186651" y="808328"/>
                </a:lnTo>
                <a:lnTo>
                  <a:pt x="2206538" y="812739"/>
                </a:lnTo>
                <a:lnTo>
                  <a:pt x="2226408" y="865552"/>
                </a:lnTo>
                <a:lnTo>
                  <a:pt x="2246297" y="892160"/>
                </a:lnTo>
                <a:lnTo>
                  <a:pt x="2266166" y="819167"/>
                </a:lnTo>
                <a:lnTo>
                  <a:pt x="2286055" y="770346"/>
                </a:lnTo>
                <a:lnTo>
                  <a:pt x="2305922" y="675918"/>
                </a:lnTo>
                <a:lnTo>
                  <a:pt x="2325810" y="560166"/>
                </a:lnTo>
                <a:lnTo>
                  <a:pt x="2345678" y="512103"/>
                </a:lnTo>
                <a:lnTo>
                  <a:pt x="2365569" y="511195"/>
                </a:lnTo>
                <a:lnTo>
                  <a:pt x="2385438" y="554625"/>
                </a:lnTo>
                <a:lnTo>
                  <a:pt x="2405325" y="778760"/>
                </a:lnTo>
                <a:lnTo>
                  <a:pt x="2425193" y="840961"/>
                </a:lnTo>
                <a:lnTo>
                  <a:pt x="2445083" y="825163"/>
                </a:lnTo>
                <a:lnTo>
                  <a:pt x="2464951" y="852396"/>
                </a:lnTo>
                <a:lnTo>
                  <a:pt x="2484844" y="825267"/>
                </a:lnTo>
                <a:lnTo>
                  <a:pt x="2504708" y="822152"/>
                </a:lnTo>
                <a:lnTo>
                  <a:pt x="2524596" y="816297"/>
                </a:lnTo>
                <a:lnTo>
                  <a:pt x="2544468" y="818149"/>
                </a:lnTo>
                <a:lnTo>
                  <a:pt x="2564353" y="982215"/>
                </a:lnTo>
                <a:lnTo>
                  <a:pt x="2584223" y="948885"/>
                </a:lnTo>
                <a:lnTo>
                  <a:pt x="2604112" y="923160"/>
                </a:lnTo>
                <a:lnTo>
                  <a:pt x="2623982" y="1062992"/>
                </a:lnTo>
                <a:lnTo>
                  <a:pt x="2643869" y="853105"/>
                </a:lnTo>
                <a:lnTo>
                  <a:pt x="2663737" y="641031"/>
                </a:lnTo>
                <a:lnTo>
                  <a:pt x="2683623" y="382213"/>
                </a:lnTo>
                <a:lnTo>
                  <a:pt x="2703497" y="76163"/>
                </a:lnTo>
                <a:lnTo>
                  <a:pt x="2723383" y="0"/>
                </a:lnTo>
                <a:lnTo>
                  <a:pt x="2743253" y="89149"/>
                </a:lnTo>
                <a:lnTo>
                  <a:pt x="2763143" y="375313"/>
                </a:lnTo>
                <a:lnTo>
                  <a:pt x="2783007" y="348251"/>
                </a:lnTo>
                <a:lnTo>
                  <a:pt x="2802899" y="528379"/>
                </a:lnTo>
                <a:lnTo>
                  <a:pt x="2822768" y="952963"/>
                </a:lnTo>
                <a:lnTo>
                  <a:pt x="2842656" y="882032"/>
                </a:lnTo>
                <a:lnTo>
                  <a:pt x="2862524" y="883456"/>
                </a:lnTo>
                <a:lnTo>
                  <a:pt x="2882412" y="951290"/>
                </a:lnTo>
                <a:lnTo>
                  <a:pt x="2902281" y="1003835"/>
                </a:lnTo>
                <a:lnTo>
                  <a:pt x="2922174" y="814947"/>
                </a:lnTo>
                <a:lnTo>
                  <a:pt x="2942039" y="620526"/>
                </a:lnTo>
                <a:lnTo>
                  <a:pt x="2961927" y="568033"/>
                </a:lnTo>
                <a:lnTo>
                  <a:pt x="2981797" y="747054"/>
                </a:lnTo>
                <a:lnTo>
                  <a:pt x="3001683" y="1135245"/>
                </a:lnTo>
                <a:lnTo>
                  <a:pt x="3021554" y="1151697"/>
                </a:lnTo>
                <a:lnTo>
                  <a:pt x="3041441" y="860659"/>
                </a:lnTo>
                <a:lnTo>
                  <a:pt x="3061312" y="805326"/>
                </a:lnTo>
                <a:lnTo>
                  <a:pt x="3081200" y="896058"/>
                </a:lnTo>
                <a:lnTo>
                  <a:pt x="3101068" y="1015422"/>
                </a:lnTo>
                <a:lnTo>
                  <a:pt x="3120954" y="934671"/>
                </a:lnTo>
                <a:lnTo>
                  <a:pt x="3140827" y="893399"/>
                </a:lnTo>
                <a:lnTo>
                  <a:pt x="3160713" y="891590"/>
                </a:lnTo>
                <a:lnTo>
                  <a:pt x="3180585" y="914236"/>
                </a:lnTo>
                <a:lnTo>
                  <a:pt x="3200473" y="1019231"/>
                </a:lnTo>
                <a:lnTo>
                  <a:pt x="3220339" y="932077"/>
                </a:lnTo>
                <a:lnTo>
                  <a:pt x="3240229" y="852066"/>
                </a:lnTo>
                <a:lnTo>
                  <a:pt x="3260096" y="837830"/>
                </a:lnTo>
                <a:lnTo>
                  <a:pt x="3279987" y="840632"/>
                </a:lnTo>
                <a:lnTo>
                  <a:pt x="3299855" y="888323"/>
                </a:lnTo>
                <a:lnTo>
                  <a:pt x="3319744" y="987724"/>
                </a:lnTo>
                <a:lnTo>
                  <a:pt x="3339614" y="1114348"/>
                </a:lnTo>
                <a:lnTo>
                  <a:pt x="3359500" y="1002924"/>
                </a:lnTo>
                <a:lnTo>
                  <a:pt x="3379370" y="958707"/>
                </a:lnTo>
                <a:lnTo>
                  <a:pt x="3399258" y="952455"/>
                </a:lnTo>
                <a:lnTo>
                  <a:pt x="3419129" y="964264"/>
                </a:lnTo>
                <a:lnTo>
                  <a:pt x="3439014" y="1012194"/>
                </a:lnTo>
                <a:lnTo>
                  <a:pt x="3458885" y="1029374"/>
                </a:lnTo>
                <a:lnTo>
                  <a:pt x="3478771" y="1047994"/>
                </a:lnTo>
                <a:lnTo>
                  <a:pt x="3498642" y="1105091"/>
                </a:lnTo>
                <a:lnTo>
                  <a:pt x="3518531" y="1157207"/>
                </a:lnTo>
                <a:lnTo>
                  <a:pt x="3538398" y="1165340"/>
                </a:lnTo>
                <a:lnTo>
                  <a:pt x="3558286" y="1165803"/>
                </a:lnTo>
                <a:lnTo>
                  <a:pt x="3578157" y="1182211"/>
                </a:lnTo>
                <a:lnTo>
                  <a:pt x="3598044" y="1192017"/>
                </a:lnTo>
                <a:lnTo>
                  <a:pt x="3617911" y="1187256"/>
                </a:lnTo>
                <a:lnTo>
                  <a:pt x="3637801" y="1194153"/>
                </a:lnTo>
                <a:lnTo>
                  <a:pt x="3657670" y="1238820"/>
                </a:lnTo>
                <a:lnTo>
                  <a:pt x="3677560" y="1247054"/>
                </a:lnTo>
                <a:lnTo>
                  <a:pt x="3695773" y="1186335"/>
                </a:lnTo>
                <a:lnTo>
                  <a:pt x="3712338" y="1148179"/>
                </a:lnTo>
                <a:lnTo>
                  <a:pt x="3728911" y="1128834"/>
                </a:lnTo>
                <a:lnTo>
                  <a:pt x="3745475" y="1127143"/>
                </a:lnTo>
                <a:lnTo>
                  <a:pt x="3762036" y="1136573"/>
                </a:lnTo>
                <a:lnTo>
                  <a:pt x="3778601" y="1174520"/>
                </a:lnTo>
                <a:lnTo>
                  <a:pt x="3795172" y="1221919"/>
                </a:lnTo>
                <a:lnTo>
                  <a:pt x="3811736" y="1250779"/>
                </a:lnTo>
                <a:lnTo>
                  <a:pt x="3828301" y="1274392"/>
                </a:lnTo>
                <a:lnTo>
                  <a:pt x="3844862" y="1241885"/>
                </a:lnTo>
                <a:lnTo>
                  <a:pt x="3861438" y="1203030"/>
                </a:lnTo>
                <a:lnTo>
                  <a:pt x="3877998" y="1177424"/>
                </a:lnTo>
                <a:lnTo>
                  <a:pt x="3894563" y="1152934"/>
                </a:lnTo>
                <a:lnTo>
                  <a:pt x="3911121" y="1138937"/>
                </a:lnTo>
                <a:lnTo>
                  <a:pt x="3927700" y="1138945"/>
                </a:lnTo>
                <a:lnTo>
                  <a:pt x="3944260" y="1152271"/>
                </a:lnTo>
                <a:lnTo>
                  <a:pt x="3960825" y="1183529"/>
                </a:lnTo>
                <a:lnTo>
                  <a:pt x="3977386" y="1226654"/>
                </a:lnTo>
                <a:lnTo>
                  <a:pt x="3993961" y="1198815"/>
                </a:lnTo>
                <a:lnTo>
                  <a:pt x="4010524" y="1039973"/>
                </a:lnTo>
                <a:lnTo>
                  <a:pt x="4027086" y="900955"/>
                </a:lnTo>
                <a:lnTo>
                  <a:pt x="4043648" y="850717"/>
                </a:lnTo>
                <a:lnTo>
                  <a:pt x="4060220" y="850816"/>
                </a:lnTo>
                <a:lnTo>
                  <a:pt x="4076784" y="884276"/>
                </a:lnTo>
                <a:lnTo>
                  <a:pt x="4093348" y="945684"/>
                </a:lnTo>
                <a:lnTo>
                  <a:pt x="4109912" y="1035171"/>
                </a:lnTo>
                <a:lnTo>
                  <a:pt x="4126485" y="1077361"/>
                </a:lnTo>
                <a:lnTo>
                  <a:pt x="4143047" y="922184"/>
                </a:lnTo>
                <a:lnTo>
                  <a:pt x="4159611" y="788831"/>
                </a:lnTo>
                <a:lnTo>
                  <a:pt x="4176171" y="755514"/>
                </a:lnTo>
                <a:lnTo>
                  <a:pt x="4192747" y="766599"/>
                </a:lnTo>
                <a:lnTo>
                  <a:pt x="4209310" y="844538"/>
                </a:lnTo>
                <a:lnTo>
                  <a:pt x="4225873" y="949886"/>
                </a:lnTo>
                <a:lnTo>
                  <a:pt x="4242434" y="1081408"/>
                </a:lnTo>
                <a:lnTo>
                  <a:pt x="4259010" y="1221474"/>
                </a:lnTo>
                <a:lnTo>
                  <a:pt x="4275573" y="1127923"/>
                </a:lnTo>
                <a:lnTo>
                  <a:pt x="4292136" y="1054570"/>
                </a:lnTo>
                <a:lnTo>
                  <a:pt x="4308698" y="1010749"/>
                </a:lnTo>
                <a:lnTo>
                  <a:pt x="4325273" y="996827"/>
                </a:lnTo>
                <a:lnTo>
                  <a:pt x="4341833" y="999037"/>
                </a:lnTo>
                <a:lnTo>
                  <a:pt x="4358397" y="1037857"/>
                </a:lnTo>
                <a:lnTo>
                  <a:pt x="4374961" y="1073932"/>
                </a:lnTo>
                <a:lnTo>
                  <a:pt x="4391533" y="1012205"/>
                </a:lnTo>
                <a:lnTo>
                  <a:pt x="4408097" y="961263"/>
                </a:lnTo>
                <a:lnTo>
                  <a:pt x="4424658" y="935851"/>
                </a:lnTo>
                <a:lnTo>
                  <a:pt x="4441224" y="874463"/>
                </a:lnTo>
                <a:lnTo>
                  <a:pt x="4457794" y="720639"/>
                </a:lnTo>
                <a:lnTo>
                  <a:pt x="4474360" y="516305"/>
                </a:lnTo>
                <a:lnTo>
                  <a:pt x="4490920" y="467585"/>
                </a:lnTo>
                <a:lnTo>
                  <a:pt x="4507482" y="508788"/>
                </a:lnTo>
                <a:lnTo>
                  <a:pt x="4524057" y="646283"/>
                </a:lnTo>
                <a:lnTo>
                  <a:pt x="4540622" y="723231"/>
                </a:lnTo>
                <a:lnTo>
                  <a:pt x="4557183" y="833335"/>
                </a:lnTo>
                <a:lnTo>
                  <a:pt x="4573747" y="932157"/>
                </a:lnTo>
                <a:lnTo>
                  <a:pt x="4590322" y="873939"/>
                </a:lnTo>
                <a:lnTo>
                  <a:pt x="4606883" y="577219"/>
                </a:lnTo>
                <a:lnTo>
                  <a:pt x="4623444" y="519452"/>
                </a:lnTo>
                <a:lnTo>
                  <a:pt x="4640009" y="544857"/>
                </a:lnTo>
                <a:lnTo>
                  <a:pt x="4656584" y="730914"/>
                </a:lnTo>
                <a:lnTo>
                  <a:pt x="4673145" y="787738"/>
                </a:lnTo>
                <a:lnTo>
                  <a:pt x="4689707" y="794404"/>
                </a:lnTo>
                <a:lnTo>
                  <a:pt x="4706272" y="926177"/>
                </a:lnTo>
                <a:lnTo>
                  <a:pt x="4722844" y="1003604"/>
                </a:lnTo>
                <a:lnTo>
                  <a:pt x="4739409" y="984523"/>
                </a:lnTo>
                <a:lnTo>
                  <a:pt x="4755970" y="946994"/>
                </a:lnTo>
                <a:lnTo>
                  <a:pt x="4772533" y="941689"/>
                </a:lnTo>
                <a:lnTo>
                  <a:pt x="4789109" y="960686"/>
                </a:lnTo>
                <a:lnTo>
                  <a:pt x="4805671" y="992345"/>
                </a:lnTo>
                <a:lnTo>
                  <a:pt x="4822230" y="1004659"/>
                </a:lnTo>
                <a:lnTo>
                  <a:pt x="4838792" y="900418"/>
                </a:lnTo>
                <a:lnTo>
                  <a:pt x="4855369" y="797177"/>
                </a:lnTo>
                <a:lnTo>
                  <a:pt x="4871933" y="655829"/>
                </a:lnTo>
                <a:lnTo>
                  <a:pt x="4888494" y="512793"/>
                </a:lnTo>
                <a:lnTo>
                  <a:pt x="4905059" y="545798"/>
                </a:lnTo>
                <a:lnTo>
                  <a:pt x="4921634" y="777613"/>
                </a:lnTo>
                <a:lnTo>
                  <a:pt x="4938194" y="444691"/>
                </a:lnTo>
                <a:lnTo>
                  <a:pt x="4954757" y="434201"/>
                </a:lnTo>
                <a:lnTo>
                  <a:pt x="4971319" y="529040"/>
                </a:lnTo>
                <a:lnTo>
                  <a:pt x="4987894" y="693671"/>
                </a:lnTo>
                <a:lnTo>
                  <a:pt x="5004456" y="849240"/>
                </a:lnTo>
                <a:lnTo>
                  <a:pt x="5021022" y="960663"/>
                </a:lnTo>
                <a:lnTo>
                  <a:pt x="5037583" y="1044182"/>
                </a:lnTo>
                <a:lnTo>
                  <a:pt x="5054155" y="1121348"/>
                </a:lnTo>
                <a:lnTo>
                  <a:pt x="5070719" y="1123361"/>
                </a:lnTo>
                <a:lnTo>
                  <a:pt x="5087282" y="1058696"/>
                </a:lnTo>
                <a:lnTo>
                  <a:pt x="5103845" y="1008030"/>
                </a:lnTo>
                <a:lnTo>
                  <a:pt x="5120419" y="997508"/>
                </a:lnTo>
                <a:lnTo>
                  <a:pt x="5136982" y="985531"/>
                </a:lnTo>
                <a:lnTo>
                  <a:pt x="5153542" y="984056"/>
                </a:lnTo>
                <a:lnTo>
                  <a:pt x="5170108" y="1008871"/>
                </a:lnTo>
                <a:lnTo>
                  <a:pt x="5186680" y="1081975"/>
                </a:lnTo>
                <a:lnTo>
                  <a:pt x="5203243" y="1149882"/>
                </a:lnTo>
                <a:lnTo>
                  <a:pt x="5219806" y="1084150"/>
                </a:lnTo>
                <a:lnTo>
                  <a:pt x="5236371" y="1029665"/>
                </a:lnTo>
                <a:lnTo>
                  <a:pt x="5252945" y="1019580"/>
                </a:lnTo>
                <a:lnTo>
                  <a:pt x="5269503" y="1026320"/>
                </a:lnTo>
                <a:lnTo>
                  <a:pt x="5286069" y="1072999"/>
                </a:lnTo>
                <a:lnTo>
                  <a:pt x="5302631" y="1145657"/>
                </a:lnTo>
                <a:lnTo>
                  <a:pt x="5319205" y="1123963"/>
                </a:lnTo>
                <a:lnTo>
                  <a:pt x="5335766" y="1065871"/>
                </a:lnTo>
                <a:lnTo>
                  <a:pt x="5352333" y="1049058"/>
                </a:lnTo>
                <a:lnTo>
                  <a:pt x="5368893" y="1055527"/>
                </a:lnTo>
                <a:lnTo>
                  <a:pt x="5385468" y="1117662"/>
                </a:lnTo>
                <a:lnTo>
                  <a:pt x="5402031" y="936534"/>
                </a:lnTo>
                <a:lnTo>
                  <a:pt x="5418593" y="760140"/>
                </a:lnTo>
                <a:lnTo>
                  <a:pt x="5435155" y="810905"/>
                </a:lnTo>
                <a:lnTo>
                  <a:pt x="5451730" y="903681"/>
                </a:lnTo>
                <a:lnTo>
                  <a:pt x="5468292" y="886969"/>
                </a:lnTo>
                <a:lnTo>
                  <a:pt x="5484855" y="879591"/>
                </a:lnTo>
                <a:lnTo>
                  <a:pt x="5501417" y="872849"/>
                </a:lnTo>
                <a:lnTo>
                  <a:pt x="5517992" y="925269"/>
                </a:lnTo>
                <a:lnTo>
                  <a:pt x="5534555" y="930204"/>
                </a:lnTo>
                <a:lnTo>
                  <a:pt x="5551118" y="958390"/>
                </a:lnTo>
                <a:lnTo>
                  <a:pt x="5567683" y="1000528"/>
                </a:lnTo>
                <a:lnTo>
                  <a:pt x="5584254" y="1060409"/>
                </a:lnTo>
                <a:lnTo>
                  <a:pt x="5600818" y="1071949"/>
                </a:lnTo>
                <a:lnTo>
                  <a:pt x="5617380" y="1112968"/>
                </a:lnTo>
                <a:lnTo>
                  <a:pt x="5633940" y="1205340"/>
                </a:lnTo>
                <a:lnTo>
                  <a:pt x="5650514" y="1149462"/>
                </a:lnTo>
                <a:lnTo>
                  <a:pt x="5667080" y="1133074"/>
                </a:lnTo>
                <a:lnTo>
                  <a:pt x="5683644" y="1071532"/>
                </a:lnTo>
                <a:lnTo>
                  <a:pt x="5700203" y="997677"/>
                </a:lnTo>
                <a:lnTo>
                  <a:pt x="5716781" y="966463"/>
                </a:lnTo>
                <a:lnTo>
                  <a:pt x="5733342" y="959860"/>
                </a:lnTo>
                <a:lnTo>
                  <a:pt x="5749904" y="939514"/>
                </a:lnTo>
                <a:lnTo>
                  <a:pt x="5766466" y="925051"/>
                </a:lnTo>
                <a:lnTo>
                  <a:pt x="5783042" y="925718"/>
                </a:lnTo>
                <a:lnTo>
                  <a:pt x="5799602" y="948679"/>
                </a:lnTo>
                <a:lnTo>
                  <a:pt x="5816167" y="937497"/>
                </a:lnTo>
                <a:lnTo>
                  <a:pt x="5832731" y="938885"/>
                </a:lnTo>
                <a:lnTo>
                  <a:pt x="5849303" y="1024695"/>
                </a:lnTo>
                <a:lnTo>
                  <a:pt x="5865867" y="1106702"/>
                </a:lnTo>
                <a:lnTo>
                  <a:pt x="5882430" y="1054759"/>
                </a:lnTo>
                <a:lnTo>
                  <a:pt x="5898991" y="1039567"/>
                </a:lnTo>
                <a:lnTo>
                  <a:pt x="5915566" y="1038949"/>
                </a:lnTo>
                <a:lnTo>
                  <a:pt x="5932132" y="1042672"/>
                </a:lnTo>
                <a:lnTo>
                  <a:pt x="5948692" y="1049056"/>
                </a:lnTo>
                <a:lnTo>
                  <a:pt x="5965254" y="1048801"/>
                </a:lnTo>
                <a:lnTo>
                  <a:pt x="5981829" y="1051000"/>
                </a:lnTo>
                <a:lnTo>
                  <a:pt x="5998392" y="1042311"/>
                </a:lnTo>
                <a:lnTo>
                  <a:pt x="6014952" y="1039621"/>
                </a:lnTo>
                <a:lnTo>
                  <a:pt x="6031517" y="1041401"/>
                </a:lnTo>
                <a:lnTo>
                  <a:pt x="6048093" y="1051358"/>
                </a:lnTo>
                <a:lnTo>
                  <a:pt x="6064655" y="1071624"/>
                </a:lnTo>
                <a:lnTo>
                  <a:pt x="6081216" y="1103551"/>
                </a:lnTo>
                <a:lnTo>
                  <a:pt x="6097781" y="1133149"/>
                </a:lnTo>
                <a:lnTo>
                  <a:pt x="6114354" y="1166081"/>
                </a:lnTo>
                <a:lnTo>
                  <a:pt x="6130916" y="1121064"/>
                </a:lnTo>
                <a:lnTo>
                  <a:pt x="6147479" y="1019964"/>
                </a:lnTo>
                <a:lnTo>
                  <a:pt x="6164043" y="1023168"/>
                </a:lnTo>
                <a:lnTo>
                  <a:pt x="6180616" y="1154241"/>
                </a:lnTo>
                <a:lnTo>
                  <a:pt x="6197179" y="1155131"/>
                </a:lnTo>
                <a:lnTo>
                  <a:pt x="6213742" y="1142586"/>
                </a:lnTo>
                <a:lnTo>
                  <a:pt x="6230303" y="1186824"/>
                </a:lnTo>
                <a:lnTo>
                  <a:pt x="6246881" y="1182537"/>
                </a:lnTo>
                <a:lnTo>
                  <a:pt x="6263443" y="1179970"/>
                </a:lnTo>
                <a:lnTo>
                  <a:pt x="6280002" y="1163330"/>
                </a:lnTo>
                <a:lnTo>
                  <a:pt x="6296566" y="1107578"/>
                </a:lnTo>
                <a:lnTo>
                  <a:pt x="6313140" y="1080430"/>
                </a:lnTo>
                <a:lnTo>
                  <a:pt x="6329704" y="1051154"/>
                </a:lnTo>
                <a:lnTo>
                  <a:pt x="6346264" y="1011237"/>
                </a:lnTo>
                <a:lnTo>
                  <a:pt x="6362828" y="1005946"/>
                </a:lnTo>
                <a:lnTo>
                  <a:pt x="6379403" y="1012801"/>
                </a:lnTo>
                <a:lnTo>
                  <a:pt x="6395965" y="1042898"/>
                </a:lnTo>
                <a:lnTo>
                  <a:pt x="6412528" y="1101121"/>
                </a:lnTo>
                <a:lnTo>
                  <a:pt x="6429092" y="1162531"/>
                </a:lnTo>
                <a:lnTo>
                  <a:pt x="6445665" y="1199335"/>
                </a:lnTo>
                <a:lnTo>
                  <a:pt x="6462228" y="1205677"/>
                </a:lnTo>
                <a:lnTo>
                  <a:pt x="6478791" y="1155168"/>
                </a:lnTo>
                <a:lnTo>
                  <a:pt x="6495352" y="1144744"/>
                </a:lnTo>
                <a:lnTo>
                  <a:pt x="6511928" y="1162351"/>
                </a:lnTo>
                <a:lnTo>
                  <a:pt x="6528490" y="1110351"/>
                </a:lnTo>
                <a:lnTo>
                  <a:pt x="6545053" y="1090730"/>
                </a:lnTo>
                <a:lnTo>
                  <a:pt x="6561611" y="1098071"/>
                </a:lnTo>
                <a:lnTo>
                  <a:pt x="6578193" y="1164468"/>
                </a:lnTo>
                <a:lnTo>
                  <a:pt x="6594752" y="1224602"/>
                </a:lnTo>
                <a:lnTo>
                  <a:pt x="6611316" y="1185322"/>
                </a:lnTo>
                <a:lnTo>
                  <a:pt x="6627880" y="1167244"/>
                </a:lnTo>
                <a:lnTo>
                  <a:pt x="6644452" y="1150943"/>
                </a:lnTo>
                <a:lnTo>
                  <a:pt x="6661015" y="1156534"/>
                </a:lnTo>
                <a:lnTo>
                  <a:pt x="6677577" y="1205344"/>
                </a:lnTo>
                <a:lnTo>
                  <a:pt x="6694143" y="1197002"/>
                </a:lnTo>
                <a:lnTo>
                  <a:pt x="6710714" y="1167381"/>
                </a:lnTo>
                <a:lnTo>
                  <a:pt x="6727278" y="1124290"/>
                </a:lnTo>
                <a:lnTo>
                  <a:pt x="6743841" y="1109505"/>
                </a:lnTo>
                <a:lnTo>
                  <a:pt x="6760404" y="1112013"/>
                </a:lnTo>
                <a:lnTo>
                  <a:pt x="6776977" y="1137470"/>
                </a:lnTo>
                <a:lnTo>
                  <a:pt x="6793540" y="1176055"/>
                </a:lnTo>
                <a:lnTo>
                  <a:pt x="6810104" y="1222188"/>
                </a:lnTo>
                <a:lnTo>
                  <a:pt x="6826665" y="1225727"/>
                </a:lnTo>
                <a:lnTo>
                  <a:pt x="6843240" y="1198919"/>
                </a:lnTo>
                <a:lnTo>
                  <a:pt x="6859802" y="1178901"/>
                </a:lnTo>
                <a:lnTo>
                  <a:pt x="6876364" y="1169779"/>
                </a:lnTo>
                <a:lnTo>
                  <a:pt x="6892927" y="1169744"/>
                </a:lnTo>
                <a:lnTo>
                  <a:pt x="6909502" y="1175987"/>
                </a:lnTo>
                <a:lnTo>
                  <a:pt x="6926062" y="1181980"/>
                </a:lnTo>
                <a:lnTo>
                  <a:pt x="6942627" y="1167481"/>
                </a:lnTo>
                <a:lnTo>
                  <a:pt x="6959191" y="1163965"/>
                </a:lnTo>
                <a:lnTo>
                  <a:pt x="6975764" y="1170351"/>
                </a:lnTo>
                <a:lnTo>
                  <a:pt x="6992327" y="1191501"/>
                </a:lnTo>
                <a:lnTo>
                  <a:pt x="7008892" y="1202429"/>
                </a:lnTo>
                <a:lnTo>
                  <a:pt x="7025452" y="1188369"/>
                </a:lnTo>
                <a:lnTo>
                  <a:pt x="7042024" y="1159829"/>
                </a:lnTo>
                <a:lnTo>
                  <a:pt x="7058590" y="1119073"/>
                </a:lnTo>
                <a:lnTo>
                  <a:pt x="7075153" y="1080134"/>
                </a:lnTo>
                <a:lnTo>
                  <a:pt x="7091715" y="1061575"/>
                </a:lnTo>
                <a:lnTo>
                  <a:pt x="7108287" y="1059523"/>
                </a:lnTo>
                <a:lnTo>
                  <a:pt x="7124853" y="1060533"/>
                </a:lnTo>
                <a:lnTo>
                  <a:pt x="7141414" y="1062604"/>
                </a:lnTo>
                <a:lnTo>
                  <a:pt x="7157977" y="1064917"/>
                </a:lnTo>
                <a:lnTo>
                  <a:pt x="7174555" y="1080945"/>
                </a:lnTo>
                <a:lnTo>
                  <a:pt x="7191113" y="1117929"/>
                </a:lnTo>
                <a:lnTo>
                  <a:pt x="7207676" y="1137056"/>
                </a:lnTo>
                <a:lnTo>
                  <a:pt x="7224240" y="1096147"/>
                </a:lnTo>
                <a:lnTo>
                  <a:pt x="7240814" y="1068216"/>
                </a:lnTo>
                <a:lnTo>
                  <a:pt x="7257374" y="1066735"/>
                </a:lnTo>
                <a:lnTo>
                  <a:pt x="7273939" y="1068065"/>
                </a:lnTo>
                <a:lnTo>
                  <a:pt x="7290501" y="1044786"/>
                </a:lnTo>
                <a:lnTo>
                  <a:pt x="7307074" y="1018161"/>
                </a:lnTo>
                <a:lnTo>
                  <a:pt x="7323639" y="976286"/>
                </a:lnTo>
                <a:lnTo>
                  <a:pt x="7340201" y="962545"/>
                </a:lnTo>
                <a:lnTo>
                  <a:pt x="7356763" y="980576"/>
                </a:lnTo>
                <a:lnTo>
                  <a:pt x="7373339" y="1084136"/>
                </a:lnTo>
                <a:lnTo>
                  <a:pt x="7389902" y="1204335"/>
                </a:lnTo>
                <a:lnTo>
                  <a:pt x="7406464" y="1188402"/>
                </a:lnTo>
                <a:lnTo>
                  <a:pt x="7423027" y="1165289"/>
                </a:lnTo>
                <a:lnTo>
                  <a:pt x="7439601" y="1147648"/>
                </a:lnTo>
                <a:lnTo>
                  <a:pt x="7456165" y="1119389"/>
                </a:lnTo>
                <a:lnTo>
                  <a:pt x="7472722" y="1094753"/>
                </a:lnTo>
                <a:lnTo>
                  <a:pt x="7489289" y="1072829"/>
                </a:lnTo>
                <a:lnTo>
                  <a:pt x="7505864" y="1064337"/>
                </a:lnTo>
                <a:lnTo>
                  <a:pt x="7522426" y="1064886"/>
                </a:lnTo>
                <a:lnTo>
                  <a:pt x="7538988" y="1071344"/>
                </a:lnTo>
                <a:lnTo>
                  <a:pt x="7555551" y="1062930"/>
                </a:lnTo>
                <a:lnTo>
                  <a:pt x="7572124" y="1054910"/>
                </a:lnTo>
                <a:lnTo>
                  <a:pt x="7588687" y="1054664"/>
                </a:lnTo>
                <a:lnTo>
                  <a:pt x="7605251" y="1065686"/>
                </a:lnTo>
                <a:lnTo>
                  <a:pt x="7621813" y="1102500"/>
                </a:lnTo>
                <a:lnTo>
                  <a:pt x="7638388" y="1168952"/>
                </a:lnTo>
                <a:lnTo>
                  <a:pt x="7654952" y="1229276"/>
                </a:lnTo>
                <a:lnTo>
                  <a:pt x="7671512" y="1210857"/>
                </a:lnTo>
                <a:lnTo>
                  <a:pt x="7688075" y="1193768"/>
                </a:lnTo>
                <a:lnTo>
                  <a:pt x="7704650" y="1191582"/>
                </a:lnTo>
                <a:lnTo>
                  <a:pt x="7721214" y="1197561"/>
                </a:lnTo>
                <a:lnTo>
                  <a:pt x="7737774" y="1201299"/>
                </a:lnTo>
                <a:lnTo>
                  <a:pt x="7754338" y="1182146"/>
                </a:lnTo>
                <a:lnTo>
                  <a:pt x="7770915" y="1159997"/>
                </a:lnTo>
                <a:lnTo>
                  <a:pt x="7787476" y="1137064"/>
                </a:lnTo>
                <a:lnTo>
                  <a:pt x="7804038" y="1128018"/>
                </a:lnTo>
                <a:lnTo>
                  <a:pt x="7820603" y="1128651"/>
                </a:lnTo>
                <a:lnTo>
                  <a:pt x="7837173" y="1137748"/>
                </a:lnTo>
                <a:lnTo>
                  <a:pt x="7853735" y="1149430"/>
                </a:lnTo>
                <a:lnTo>
                  <a:pt x="7870300" y="1176958"/>
                </a:lnTo>
                <a:lnTo>
                  <a:pt x="7886864" y="1225721"/>
                </a:lnTo>
                <a:lnTo>
                  <a:pt x="7903437" y="1220160"/>
                </a:lnTo>
                <a:lnTo>
                  <a:pt x="7920000" y="1155352"/>
                </a:lnTo>
                <a:lnTo>
                  <a:pt x="7936563" y="1150592"/>
                </a:lnTo>
                <a:lnTo>
                  <a:pt x="7953123" y="1188407"/>
                </a:lnTo>
                <a:lnTo>
                  <a:pt x="7969703" y="1271928"/>
                </a:lnTo>
                <a:lnTo>
                  <a:pt x="7986263" y="1249384"/>
                </a:lnTo>
                <a:lnTo>
                  <a:pt x="8002825" y="1237904"/>
                </a:lnTo>
                <a:lnTo>
                  <a:pt x="8019390" y="1239006"/>
                </a:lnTo>
                <a:lnTo>
                  <a:pt x="8035963" y="1239051"/>
                </a:lnTo>
                <a:lnTo>
                  <a:pt x="8052524" y="1198371"/>
                </a:lnTo>
                <a:lnTo>
                  <a:pt x="8069087" y="1189606"/>
                </a:lnTo>
                <a:lnTo>
                  <a:pt x="8085653" y="1194051"/>
                </a:lnTo>
                <a:lnTo>
                  <a:pt x="8102225" y="1205070"/>
                </a:lnTo>
                <a:lnTo>
                  <a:pt x="8118784" y="1203336"/>
                </a:lnTo>
                <a:lnTo>
                  <a:pt x="8135351" y="1203911"/>
                </a:lnTo>
                <a:lnTo>
                  <a:pt x="8151913" y="1199151"/>
                </a:lnTo>
                <a:lnTo>
                  <a:pt x="8168486" y="1198824"/>
                </a:lnTo>
                <a:lnTo>
                  <a:pt x="8185050" y="1202721"/>
                </a:lnTo>
                <a:lnTo>
                  <a:pt x="8201614" y="1208929"/>
                </a:lnTo>
                <a:lnTo>
                  <a:pt x="8218174" y="1194324"/>
                </a:lnTo>
                <a:lnTo>
                  <a:pt x="8234749" y="1185056"/>
                </a:lnTo>
                <a:lnTo>
                  <a:pt x="8251310" y="1183954"/>
                </a:lnTo>
                <a:lnTo>
                  <a:pt x="8267874" y="1183372"/>
                </a:lnTo>
                <a:lnTo>
                  <a:pt x="8284436" y="1173121"/>
                </a:lnTo>
                <a:lnTo>
                  <a:pt x="8301012" y="1173720"/>
                </a:lnTo>
                <a:lnTo>
                  <a:pt x="8317574" y="1225590"/>
                </a:lnTo>
                <a:lnTo>
                  <a:pt x="8334138" y="1147391"/>
                </a:lnTo>
                <a:lnTo>
                  <a:pt x="8350699" y="1126736"/>
                </a:lnTo>
                <a:lnTo>
                  <a:pt x="8367273" y="1151756"/>
                </a:lnTo>
                <a:lnTo>
                  <a:pt x="8383836" y="1221856"/>
                </a:lnTo>
                <a:lnTo>
                  <a:pt x="8400402" y="1253869"/>
                </a:lnTo>
                <a:lnTo>
                  <a:pt x="8416964" y="1198560"/>
                </a:lnTo>
                <a:lnTo>
                  <a:pt x="8433535" y="1184190"/>
                </a:lnTo>
                <a:lnTo>
                  <a:pt x="8450101" y="1191256"/>
                </a:lnTo>
                <a:lnTo>
                  <a:pt x="8466663" y="1205965"/>
                </a:lnTo>
                <a:lnTo>
                  <a:pt x="8483223" y="1196910"/>
                </a:lnTo>
                <a:lnTo>
                  <a:pt x="8499796" y="1178555"/>
                </a:lnTo>
                <a:lnTo>
                  <a:pt x="8516361" y="1150945"/>
                </a:lnTo>
                <a:lnTo>
                  <a:pt x="8532925" y="1123101"/>
                </a:lnTo>
                <a:lnTo>
                  <a:pt x="8549487" y="1103190"/>
                </a:lnTo>
                <a:lnTo>
                  <a:pt x="8566063" y="1100895"/>
                </a:lnTo>
                <a:lnTo>
                  <a:pt x="8582624" y="1112328"/>
                </a:lnTo>
                <a:lnTo>
                  <a:pt x="8599185" y="1156944"/>
                </a:lnTo>
                <a:lnTo>
                  <a:pt x="8615748" y="1210336"/>
                </a:lnTo>
                <a:lnTo>
                  <a:pt x="8632321" y="1250849"/>
                </a:lnTo>
                <a:lnTo>
                  <a:pt x="8648885" y="1269182"/>
                </a:lnTo>
                <a:lnTo>
                  <a:pt x="8665449" y="1260327"/>
                </a:lnTo>
                <a:lnTo>
                  <a:pt x="8682013" y="1264407"/>
                </a:lnTo>
                <a:lnTo>
                  <a:pt x="8698586" y="1281597"/>
                </a:lnTo>
                <a:lnTo>
                  <a:pt x="8715149" y="1270964"/>
                </a:lnTo>
                <a:lnTo>
                  <a:pt x="8731711" y="1265692"/>
                </a:lnTo>
                <a:lnTo>
                  <a:pt x="8748271" y="1264468"/>
                </a:lnTo>
                <a:lnTo>
                  <a:pt x="8764847" y="1265033"/>
                </a:lnTo>
                <a:lnTo>
                  <a:pt x="8781411" y="1268590"/>
                </a:lnTo>
                <a:lnTo>
                  <a:pt x="8797973" y="1259661"/>
                </a:lnTo>
                <a:lnTo>
                  <a:pt x="8814535" y="1249246"/>
                </a:lnTo>
                <a:lnTo>
                  <a:pt x="8831110" y="1244465"/>
                </a:lnTo>
                <a:lnTo>
                  <a:pt x="8847673" y="1244574"/>
                </a:lnTo>
                <a:lnTo>
                  <a:pt x="8864236" y="1252608"/>
                </a:lnTo>
                <a:lnTo>
                  <a:pt x="8880798" y="1269841"/>
                </a:lnTo>
                <a:lnTo>
                  <a:pt x="8897374" y="1282125"/>
                </a:lnTo>
                <a:lnTo>
                  <a:pt x="8913936" y="1274994"/>
                </a:lnTo>
                <a:lnTo>
                  <a:pt x="8930497" y="1270226"/>
                </a:lnTo>
                <a:lnTo>
                  <a:pt x="8947062" y="1266777"/>
                </a:lnTo>
                <a:lnTo>
                  <a:pt x="8963634" y="1266710"/>
                </a:lnTo>
                <a:lnTo>
                  <a:pt x="8980197" y="1271596"/>
                </a:lnTo>
                <a:lnTo>
                  <a:pt x="8996758" y="1254339"/>
                </a:lnTo>
                <a:lnTo>
                  <a:pt x="9013325" y="1218946"/>
                </a:lnTo>
                <a:lnTo>
                  <a:pt x="9029895" y="1216980"/>
                </a:lnTo>
                <a:lnTo>
                  <a:pt x="9046463" y="1243123"/>
                </a:lnTo>
                <a:lnTo>
                  <a:pt x="9063022" y="1272417"/>
                </a:lnTo>
                <a:lnTo>
                  <a:pt x="9079584" y="1245203"/>
                </a:lnTo>
                <a:lnTo>
                  <a:pt x="9096160" y="1218320"/>
                </a:lnTo>
                <a:lnTo>
                  <a:pt x="9112722" y="1208632"/>
                </a:lnTo>
                <a:lnTo>
                  <a:pt x="9129284" y="1209385"/>
                </a:lnTo>
                <a:lnTo>
                  <a:pt x="9145848" y="1221952"/>
                </a:lnTo>
                <a:lnTo>
                  <a:pt x="9162422" y="1244872"/>
                </a:lnTo>
                <a:lnTo>
                  <a:pt x="9178984" y="1267826"/>
                </a:lnTo>
                <a:lnTo>
                  <a:pt x="9195547" y="1281657"/>
                </a:lnTo>
                <a:lnTo>
                  <a:pt x="9212110" y="1275507"/>
                </a:lnTo>
                <a:lnTo>
                  <a:pt x="9228687" y="1264106"/>
                </a:lnTo>
                <a:lnTo>
                  <a:pt x="9245247" y="1262039"/>
                </a:lnTo>
                <a:lnTo>
                  <a:pt x="9261810" y="1267538"/>
                </a:lnTo>
                <a:lnTo>
                  <a:pt x="9278372" y="1286193"/>
                </a:lnTo>
                <a:lnTo>
                  <a:pt x="9294946" y="1289029"/>
                </a:lnTo>
                <a:lnTo>
                  <a:pt x="9311509" y="1270044"/>
                </a:lnTo>
                <a:lnTo>
                  <a:pt x="9328074" y="1248987"/>
                </a:lnTo>
                <a:lnTo>
                  <a:pt x="9344637" y="1228949"/>
                </a:lnTo>
                <a:lnTo>
                  <a:pt x="9361210" y="1210387"/>
                </a:lnTo>
                <a:lnTo>
                  <a:pt x="9377772" y="1206592"/>
                </a:lnTo>
                <a:lnTo>
                  <a:pt x="9394334" y="1210902"/>
                </a:lnTo>
                <a:lnTo>
                  <a:pt x="9410898" y="1232055"/>
                </a:lnTo>
                <a:lnTo>
                  <a:pt x="9427472" y="1257191"/>
                </a:lnTo>
                <a:lnTo>
                  <a:pt x="9444033" y="1261161"/>
                </a:lnTo>
                <a:lnTo>
                  <a:pt x="9460597" y="1263824"/>
                </a:lnTo>
                <a:lnTo>
                  <a:pt x="9477159" y="1281951"/>
                </a:lnTo>
                <a:lnTo>
                  <a:pt x="9493735" y="1302903"/>
                </a:lnTo>
                <a:lnTo>
                  <a:pt x="9510294" y="1308618"/>
                </a:lnTo>
                <a:lnTo>
                  <a:pt x="9526861" y="1304348"/>
                </a:lnTo>
                <a:lnTo>
                  <a:pt x="9543424" y="1297446"/>
                </a:lnTo>
                <a:lnTo>
                  <a:pt x="9559996" y="1295747"/>
                </a:lnTo>
                <a:lnTo>
                  <a:pt x="9576559" y="1297164"/>
                </a:lnTo>
                <a:lnTo>
                  <a:pt x="9593124" y="1302024"/>
                </a:lnTo>
                <a:lnTo>
                  <a:pt x="9609686" y="1303267"/>
                </a:lnTo>
                <a:lnTo>
                  <a:pt x="9626259" y="1298778"/>
                </a:lnTo>
                <a:lnTo>
                  <a:pt x="9642821" y="1296953"/>
                </a:lnTo>
                <a:lnTo>
                  <a:pt x="9659383" y="1297231"/>
                </a:lnTo>
                <a:lnTo>
                  <a:pt x="9675945" y="1289565"/>
                </a:lnTo>
                <a:lnTo>
                  <a:pt x="9692522" y="1278782"/>
                </a:lnTo>
                <a:lnTo>
                  <a:pt x="9709086" y="1271163"/>
                </a:lnTo>
                <a:lnTo>
                  <a:pt x="9725646" y="1271010"/>
                </a:lnTo>
                <a:lnTo>
                  <a:pt x="9742211" y="1278193"/>
                </a:lnTo>
                <a:lnTo>
                  <a:pt x="9758783" y="1291068"/>
                </a:lnTo>
                <a:lnTo>
                  <a:pt x="9775346" y="1305093"/>
                </a:lnTo>
                <a:lnTo>
                  <a:pt x="9791910" y="1306017"/>
                </a:lnTo>
                <a:lnTo>
                  <a:pt x="9808472" y="1304017"/>
                </a:lnTo>
                <a:lnTo>
                  <a:pt x="9825049" y="1305973"/>
                </a:lnTo>
                <a:lnTo>
                  <a:pt x="9841608" y="1306941"/>
                </a:lnTo>
                <a:lnTo>
                  <a:pt x="9858174" y="1296434"/>
                </a:lnTo>
                <a:lnTo>
                  <a:pt x="9874734" y="1282286"/>
                </a:lnTo>
                <a:lnTo>
                  <a:pt x="9891311" y="1264615"/>
                </a:lnTo>
                <a:lnTo>
                  <a:pt x="9907871" y="1240480"/>
                </a:lnTo>
                <a:lnTo>
                  <a:pt x="9924435" y="1224071"/>
                </a:lnTo>
                <a:lnTo>
                  <a:pt x="9940996" y="1218845"/>
                </a:lnTo>
                <a:lnTo>
                  <a:pt x="9957571" y="1219189"/>
                </a:lnTo>
                <a:lnTo>
                  <a:pt x="9974136" y="1228488"/>
                </a:lnTo>
                <a:lnTo>
                  <a:pt x="9990695" y="1246447"/>
                </a:lnTo>
                <a:lnTo>
                  <a:pt x="10007260" y="1262076"/>
                </a:lnTo>
                <a:lnTo>
                  <a:pt x="10023836" y="1273568"/>
                </a:lnTo>
                <a:lnTo>
                  <a:pt x="10040397" y="1284721"/>
                </a:lnTo>
                <a:lnTo>
                  <a:pt x="10056957" y="1285033"/>
                </a:lnTo>
                <a:lnTo>
                  <a:pt x="10073523" y="1279093"/>
                </a:lnTo>
                <a:lnTo>
                  <a:pt x="10090095" y="1274307"/>
                </a:lnTo>
                <a:lnTo>
                  <a:pt x="10106660" y="1268499"/>
                </a:lnTo>
                <a:lnTo>
                  <a:pt x="10123223" y="1267530"/>
                </a:lnTo>
                <a:lnTo>
                  <a:pt x="10139785" y="1270978"/>
                </a:lnTo>
                <a:lnTo>
                  <a:pt x="10156360" y="1273024"/>
                </a:lnTo>
                <a:lnTo>
                  <a:pt x="10172923" y="1270528"/>
                </a:lnTo>
                <a:lnTo>
                  <a:pt x="10189484" y="1268408"/>
                </a:lnTo>
                <a:lnTo>
                  <a:pt x="10206044" y="1269251"/>
                </a:lnTo>
                <a:lnTo>
                  <a:pt x="10222622" y="1280872"/>
                </a:lnTo>
                <a:lnTo>
                  <a:pt x="10239185" y="1272472"/>
                </a:lnTo>
                <a:lnTo>
                  <a:pt x="10255747" y="1264960"/>
                </a:lnTo>
                <a:lnTo>
                  <a:pt x="10272310" y="1264984"/>
                </a:lnTo>
                <a:lnTo>
                  <a:pt x="10288883" y="1271984"/>
                </a:lnTo>
                <a:lnTo>
                  <a:pt x="10305447" y="1281124"/>
                </a:lnTo>
                <a:lnTo>
                  <a:pt x="10322007" y="1287889"/>
                </a:lnTo>
                <a:lnTo>
                  <a:pt x="10338573" y="1287568"/>
                </a:lnTo>
                <a:lnTo>
                  <a:pt x="10355148" y="1284357"/>
                </a:lnTo>
                <a:lnTo>
                  <a:pt x="10371709" y="1278501"/>
                </a:lnTo>
                <a:lnTo>
                  <a:pt x="10388272" y="1243703"/>
                </a:lnTo>
                <a:lnTo>
                  <a:pt x="10404835" y="1231435"/>
                </a:lnTo>
                <a:lnTo>
                  <a:pt x="10421406" y="1231558"/>
                </a:lnTo>
                <a:lnTo>
                  <a:pt x="10437972" y="1238635"/>
                </a:lnTo>
                <a:lnTo>
                  <a:pt x="10454535" y="1249975"/>
                </a:lnTo>
                <a:lnTo>
                  <a:pt x="10471095" y="1256566"/>
                </a:lnTo>
                <a:lnTo>
                  <a:pt x="10487672" y="1259011"/>
                </a:lnTo>
                <a:lnTo>
                  <a:pt x="10504235" y="1270638"/>
                </a:lnTo>
                <a:lnTo>
                  <a:pt x="10520797" y="1288675"/>
                </a:lnTo>
                <a:lnTo>
                  <a:pt x="10537358" y="1301581"/>
                </a:lnTo>
              </a:path>
            </a:pathLst>
          </a:custGeom>
          <a:noFill/>
          <a:ln w="11430">
            <a:solidFill>
              <a:srgbClr val="F2F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TYPING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6364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5E5C59"/>
                </a:solidFill>
                <a:latin typeface="Switzer Light"/>
              </a:rPr>
              <a:t>Real sensor data, 800 readings a second. Ghostkeys learns the difference, on the laptop.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400" decel="10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400" decel="10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F2F0EC"/>
                </a:solidFill>
                <a:latin typeface="Switzer Extralight"/>
              </a:rPr>
              <a:t>It works.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74320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1.4%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F2F0EC"/>
                </a:solidFill>
                <a:latin typeface="Switzer Light"/>
              </a:rPr>
              <a:t>wrong taps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FROM 16.5%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38218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8218" y="274320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8218" y="429768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F2F0EC"/>
                </a:solidFill>
                <a:latin typeface="Switzer Light"/>
              </a:rPr>
              <a:t>false taps when you move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4754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FROM 2 A MINUTE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53476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53476" y="274320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84%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3476" y="429768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F2F0EC"/>
                </a:solidFill>
                <a:latin typeface="Switzer Light"/>
              </a:rPr>
              <a:t>taps caught on a lap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3476" y="4754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5E5C59"/>
                </a:solidFill>
                <a:latin typeface="Fragment Mono"/>
              </a:rPr>
              <a:t>FROM 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5E5C59"/>
                </a:solidFill>
                <a:latin typeface="Switzer Light"/>
              </a:rPr>
              <a:t>Measured on our own recordings and re-checked independently.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F2F0EC"/>
                </a:solidFill>
                <a:latin typeface="Switzer Extralight"/>
              </a:rPr>
              <a:t>Nothing to buy. Pay once.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$0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9A9894"/>
                </a:solidFill>
                <a:latin typeface="Switzer Light"/>
              </a:rPr>
              <a:t>two palm buttons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38218" y="2560320"/>
            <a:ext cx="3058058" cy="0"/>
          </a:xfrm>
          <a:prstGeom prst="line">
            <a:avLst/>
          </a:prstGeom>
          <a:ln w="12700">
            <a:solidFill>
              <a:srgbClr val="F2F0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8218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8218" y="306324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$29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457200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9A9894"/>
                </a:solidFill>
                <a:latin typeface="Switzer Light"/>
              </a:rPr>
              <a:t>once, everything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53476" y="2560320"/>
            <a:ext cx="3058058" cy="0"/>
          </a:xfrm>
          <a:prstGeom prst="line">
            <a:avLst/>
          </a:prstGeom>
          <a:ln w="9525">
            <a:solidFill>
              <a:srgbClr val="3A3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53476" y="2743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A9894"/>
                </a:solidFill>
                <a:latin typeface="Fragment Mono"/>
              </a:rPr>
              <a:t>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3476" y="3063240"/>
            <a:ext cx="35152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>
                <a:solidFill>
                  <a:srgbClr val="F2F0EC"/>
                </a:solidFill>
                <a:latin typeface="Switzer Extralight"/>
              </a:rPr>
              <a:t>$49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3476" y="4572000"/>
            <a:ext cx="31494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9A9894"/>
                </a:solidFill>
                <a:latin typeface="Switzer Light"/>
              </a:rPr>
              <a:t>per seat, per 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5E5C59"/>
                </a:solidFill>
                <a:latin typeface="Switzer Light"/>
              </a:rPr>
              <a:t>Every Apple silicon MacBook already has the sensor. Free during the beta.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ill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48056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>
                <a:solidFill>
                  <a:srgbClr val="F2F0EC"/>
                </a:solidFill>
                <a:latin typeface="Switzer Extralight"/>
              </a:rPr>
              <a:t>Try it on the laptop in front of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9A9894"/>
                </a:solidFill>
                <a:latin typeface="Fragment Mono"/>
              </a:rPr>
              <a:t>ghostkeys-nine.vercel.app        github.com/Soham109/ghostkeys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