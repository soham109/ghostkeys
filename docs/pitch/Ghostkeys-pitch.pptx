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Ghostkeys. It turns the blank parts of your MacBook, the palm rests, the speaker grilles and the strip above the keys, into buttons. No new hardware, nothing to plug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a MacBook: a lot of the top is dead space. With Ghostkeys you tap it. Tap the top strip to jump back to your last app, double tap the right grille for a screenshot, tap the left palm rest to mute a call. You choose what each spot does.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 part: every Apple silicon MacBook has a motion sensor inside that reads 800 times a second, and a tap barely shows up on it. Typing looks almost the same, as you can see. So every bump goes through four checks: did something hit, were you typing or on the trackpad, which spot was it, and are we sure. If we are not sure, we do nothing. A missed tap costs a second try. A wrong action costs trust.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also works without touching. The speakers play two tones too high for people to hear, and the mic listens to how your hand changes them. Raise or lower your hand to change the volume. It is early, and it needs the Mac's own speakers.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have a camera, you can pinch in the air in front of the screen, like turning a dial. It is optional and off by default, and the video never leaves the Mac.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measured it on our own recordings, and someone who did not write the code re-checked every number. Wrong taps went from 16.5 percent to 1.4. Picking up the laptop used to set off about two false taps a minute, now none. And after calibrating on your lap, it catches 84 percent of lap taps, up from zero.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business is simple. Free gets you two palm buttons. Pro is 29 dollars once for everything. Teams is 49 dollars per seat per year. There is nothing to buy, because every Apple silicon MacBook already has the sensor. It is free while we are in beta.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live now. Try it on the laptop in front of you.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B0C"/>
        </a:solidFill>
        <a:effectLst/>
      </p:bgPr>
    </p:bg>
    <p:spTree>
      <p:nvGrpSpPr>
        <p:cNvPr id="1" name=""/>
        <p:cNvGrpSpPr/>
        <p:nvPr/>
      </p:nvGrpSpPr>
      <p:grpSpPr/>
      <p:pic>
        <p:nvPicPr>
          <p:cNvPr id="2" name="Picture 1" descr="intro-dark.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B0B0C">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86200"/>
            <a:ext cx="10545775" cy="1463040"/>
          </a:xfrm>
          <a:prstGeom prst="rect">
            <a:avLst/>
          </a:prstGeom>
          <a:noFill/>
        </p:spPr>
        <p:txBody>
          <a:bodyPr wrap="square" lIns="0" rIns="0" tIns="0" bIns="0" anchor="t">
            <a:spAutoFit/>
          </a:bodyPr>
          <a:lstStyle/>
          <a:p>
            <a:pPr algn="l"/>
            <a:r>
              <a:rPr sz="12800">
                <a:solidFill>
                  <a:srgbClr val="F2F0EC"/>
                </a:solidFill>
                <a:latin typeface="Switzer Extralight"/>
              </a:rPr>
              <a:t>Ghostkeys</a:t>
            </a:r>
          </a:p>
        </p:txBody>
      </p:sp>
      <p:sp>
        <p:nvSpPr>
          <p:cNvPr id="5" name="TextBox 4"/>
          <p:cNvSpPr txBox="1"/>
          <p:nvPr/>
        </p:nvSpPr>
        <p:spPr>
          <a:xfrm>
            <a:off x="822960" y="5897880"/>
            <a:ext cx="8229600" cy="457200"/>
          </a:xfrm>
          <a:prstGeom prst="rect">
            <a:avLst/>
          </a:prstGeom>
          <a:noFill/>
        </p:spPr>
        <p:txBody>
          <a:bodyPr wrap="square" lIns="0" rIns="0" tIns="0" bIns="0" anchor="t">
            <a:spAutoFit/>
          </a:bodyPr>
          <a:lstStyle/>
          <a:p>
            <a:pPr algn="l"/>
            <a:r>
              <a:rPr sz="2000">
                <a:solidFill>
                  <a:srgbClr val="9A9894"/>
                </a:solidFill>
                <a:latin typeface="Switzer Light"/>
              </a:rPr>
              <a:t>Every blank surface of your MacBook is a key.</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3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2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12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B0C"/>
        </a:solidFill>
        <a:effectLst/>
      </p:bgPr>
    </p:bg>
    <p:spTree>
      <p:nvGrpSpPr>
        <p:cNvPr id="1" name=""/>
        <p:cNvGrpSpPr/>
        <p:nvPr/>
      </p:nvGrpSpPr>
      <p:grpSpPr/>
      <p:sp>
        <p:nvSpPr>
          <p:cNvPr id="2" name="!!case"/>
          <p:cNvSpPr/>
          <p:nvPr/>
        </p:nvSpPr>
        <p:spPr>
          <a:xfrm>
            <a:off x="5120640" y="1280160"/>
            <a:ext cx="6400800" cy="4297680"/>
          </a:xfrm>
          <a:prstGeom prst="roundRect">
            <a:avLst>
              <a:gd name="adj" fmla="val 6000"/>
            </a:avLst>
          </a:prstGeom>
          <a:noFill/>
          <a:ln w="9525">
            <a:solidFill>
              <a:srgbClr val="55535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zone-top"/>
          <p:cNvSpPr/>
          <p:nvPr/>
        </p:nvSpPr>
        <p:spPr>
          <a:xfrm>
            <a:off x="6263640" y="1508760"/>
            <a:ext cx="4114800" cy="256032"/>
          </a:xfrm>
          <a:prstGeom prst="roundRect">
            <a:avLst>
              <a:gd name="adj" fmla="val 50000"/>
            </a:avLst>
          </a:prstGeom>
          <a:solidFill>
            <a:srgbClr val="262524"/>
          </a:solidFill>
          <a:ln w="9525">
            <a:solidFill>
              <a:srgbClr val="F2F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key0-0"/>
          <p:cNvSpPr/>
          <p:nvPr/>
        </p:nvSpPr>
        <p:spPr>
          <a:xfrm>
            <a:off x="626364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key0-1"/>
          <p:cNvSpPr/>
          <p:nvPr/>
        </p:nvSpPr>
        <p:spPr>
          <a:xfrm>
            <a:off x="656082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key0-2"/>
          <p:cNvSpPr/>
          <p:nvPr/>
        </p:nvSpPr>
        <p:spPr>
          <a:xfrm>
            <a:off x="685800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key0-3"/>
          <p:cNvSpPr/>
          <p:nvPr/>
        </p:nvSpPr>
        <p:spPr>
          <a:xfrm>
            <a:off x="715518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key0-4"/>
          <p:cNvSpPr/>
          <p:nvPr/>
        </p:nvSpPr>
        <p:spPr>
          <a:xfrm>
            <a:off x="745236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key0-5"/>
          <p:cNvSpPr/>
          <p:nvPr/>
        </p:nvSpPr>
        <p:spPr>
          <a:xfrm>
            <a:off x="774954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key0-6"/>
          <p:cNvSpPr/>
          <p:nvPr/>
        </p:nvSpPr>
        <p:spPr>
          <a:xfrm>
            <a:off x="804672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key0-7"/>
          <p:cNvSpPr/>
          <p:nvPr/>
        </p:nvSpPr>
        <p:spPr>
          <a:xfrm>
            <a:off x="834390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key0-8"/>
          <p:cNvSpPr/>
          <p:nvPr/>
        </p:nvSpPr>
        <p:spPr>
          <a:xfrm>
            <a:off x="864108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key0-9"/>
          <p:cNvSpPr/>
          <p:nvPr/>
        </p:nvSpPr>
        <p:spPr>
          <a:xfrm>
            <a:off x="893826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key0-10"/>
          <p:cNvSpPr/>
          <p:nvPr/>
        </p:nvSpPr>
        <p:spPr>
          <a:xfrm>
            <a:off x="923544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key0-11"/>
          <p:cNvSpPr/>
          <p:nvPr/>
        </p:nvSpPr>
        <p:spPr>
          <a:xfrm>
            <a:off x="953262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key0-12"/>
          <p:cNvSpPr/>
          <p:nvPr/>
        </p:nvSpPr>
        <p:spPr>
          <a:xfrm>
            <a:off x="982980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key0-13"/>
          <p:cNvSpPr/>
          <p:nvPr/>
        </p:nvSpPr>
        <p:spPr>
          <a:xfrm>
            <a:off x="1012698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key1-0"/>
          <p:cNvSpPr/>
          <p:nvPr/>
        </p:nvSpPr>
        <p:spPr>
          <a:xfrm>
            <a:off x="626364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key1-1"/>
          <p:cNvSpPr/>
          <p:nvPr/>
        </p:nvSpPr>
        <p:spPr>
          <a:xfrm>
            <a:off x="656082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key1-2"/>
          <p:cNvSpPr/>
          <p:nvPr/>
        </p:nvSpPr>
        <p:spPr>
          <a:xfrm>
            <a:off x="685800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key1-3"/>
          <p:cNvSpPr/>
          <p:nvPr/>
        </p:nvSpPr>
        <p:spPr>
          <a:xfrm>
            <a:off x="715518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key1-4"/>
          <p:cNvSpPr/>
          <p:nvPr/>
        </p:nvSpPr>
        <p:spPr>
          <a:xfrm>
            <a:off x="745236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key1-5"/>
          <p:cNvSpPr/>
          <p:nvPr/>
        </p:nvSpPr>
        <p:spPr>
          <a:xfrm>
            <a:off x="774954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key1-6"/>
          <p:cNvSpPr/>
          <p:nvPr/>
        </p:nvSpPr>
        <p:spPr>
          <a:xfrm>
            <a:off x="804672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key1-7"/>
          <p:cNvSpPr/>
          <p:nvPr/>
        </p:nvSpPr>
        <p:spPr>
          <a:xfrm>
            <a:off x="834390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key1-8"/>
          <p:cNvSpPr/>
          <p:nvPr/>
        </p:nvSpPr>
        <p:spPr>
          <a:xfrm>
            <a:off x="864108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key1-9"/>
          <p:cNvSpPr/>
          <p:nvPr/>
        </p:nvSpPr>
        <p:spPr>
          <a:xfrm>
            <a:off x="893826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key1-10"/>
          <p:cNvSpPr/>
          <p:nvPr/>
        </p:nvSpPr>
        <p:spPr>
          <a:xfrm>
            <a:off x="923544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key1-11"/>
          <p:cNvSpPr/>
          <p:nvPr/>
        </p:nvSpPr>
        <p:spPr>
          <a:xfrm>
            <a:off x="953262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key1-12"/>
          <p:cNvSpPr/>
          <p:nvPr/>
        </p:nvSpPr>
        <p:spPr>
          <a:xfrm>
            <a:off x="982980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key1-13"/>
          <p:cNvSpPr/>
          <p:nvPr/>
        </p:nvSpPr>
        <p:spPr>
          <a:xfrm>
            <a:off x="1012698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key2-0"/>
          <p:cNvSpPr/>
          <p:nvPr/>
        </p:nvSpPr>
        <p:spPr>
          <a:xfrm>
            <a:off x="626364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key2-1"/>
          <p:cNvSpPr/>
          <p:nvPr/>
        </p:nvSpPr>
        <p:spPr>
          <a:xfrm>
            <a:off x="656082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key2-2"/>
          <p:cNvSpPr/>
          <p:nvPr/>
        </p:nvSpPr>
        <p:spPr>
          <a:xfrm>
            <a:off x="685800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key2-3"/>
          <p:cNvSpPr/>
          <p:nvPr/>
        </p:nvSpPr>
        <p:spPr>
          <a:xfrm>
            <a:off x="715518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key2-4"/>
          <p:cNvSpPr/>
          <p:nvPr/>
        </p:nvSpPr>
        <p:spPr>
          <a:xfrm>
            <a:off x="745236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key2-5"/>
          <p:cNvSpPr/>
          <p:nvPr/>
        </p:nvSpPr>
        <p:spPr>
          <a:xfrm>
            <a:off x="774954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key2-6"/>
          <p:cNvSpPr/>
          <p:nvPr/>
        </p:nvSpPr>
        <p:spPr>
          <a:xfrm>
            <a:off x="804672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key2-7"/>
          <p:cNvSpPr/>
          <p:nvPr/>
        </p:nvSpPr>
        <p:spPr>
          <a:xfrm>
            <a:off x="834390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key2-8"/>
          <p:cNvSpPr/>
          <p:nvPr/>
        </p:nvSpPr>
        <p:spPr>
          <a:xfrm>
            <a:off x="864108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key2-9"/>
          <p:cNvSpPr/>
          <p:nvPr/>
        </p:nvSpPr>
        <p:spPr>
          <a:xfrm>
            <a:off x="893826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key2-10"/>
          <p:cNvSpPr/>
          <p:nvPr/>
        </p:nvSpPr>
        <p:spPr>
          <a:xfrm>
            <a:off x="923544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key2-11"/>
          <p:cNvSpPr/>
          <p:nvPr/>
        </p:nvSpPr>
        <p:spPr>
          <a:xfrm>
            <a:off x="953262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key2-12"/>
          <p:cNvSpPr/>
          <p:nvPr/>
        </p:nvSpPr>
        <p:spPr>
          <a:xfrm>
            <a:off x="982980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key2-13"/>
          <p:cNvSpPr/>
          <p:nvPr/>
        </p:nvSpPr>
        <p:spPr>
          <a:xfrm>
            <a:off x="1012698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key3-0"/>
          <p:cNvSpPr/>
          <p:nvPr/>
        </p:nvSpPr>
        <p:spPr>
          <a:xfrm>
            <a:off x="626364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key3-1"/>
          <p:cNvSpPr/>
          <p:nvPr/>
        </p:nvSpPr>
        <p:spPr>
          <a:xfrm>
            <a:off x="656082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key3-2"/>
          <p:cNvSpPr/>
          <p:nvPr/>
        </p:nvSpPr>
        <p:spPr>
          <a:xfrm>
            <a:off x="685800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key3-3"/>
          <p:cNvSpPr/>
          <p:nvPr/>
        </p:nvSpPr>
        <p:spPr>
          <a:xfrm>
            <a:off x="715518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key3-4"/>
          <p:cNvSpPr/>
          <p:nvPr/>
        </p:nvSpPr>
        <p:spPr>
          <a:xfrm>
            <a:off x="745236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key3-5"/>
          <p:cNvSpPr/>
          <p:nvPr/>
        </p:nvSpPr>
        <p:spPr>
          <a:xfrm>
            <a:off x="774954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key3-6"/>
          <p:cNvSpPr/>
          <p:nvPr/>
        </p:nvSpPr>
        <p:spPr>
          <a:xfrm>
            <a:off x="804672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key3-7"/>
          <p:cNvSpPr/>
          <p:nvPr/>
        </p:nvSpPr>
        <p:spPr>
          <a:xfrm>
            <a:off x="834390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key3-8"/>
          <p:cNvSpPr/>
          <p:nvPr/>
        </p:nvSpPr>
        <p:spPr>
          <a:xfrm>
            <a:off x="864108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key3-9"/>
          <p:cNvSpPr/>
          <p:nvPr/>
        </p:nvSpPr>
        <p:spPr>
          <a:xfrm>
            <a:off x="893826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key3-10"/>
          <p:cNvSpPr/>
          <p:nvPr/>
        </p:nvSpPr>
        <p:spPr>
          <a:xfrm>
            <a:off x="923544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key3-11"/>
          <p:cNvSpPr/>
          <p:nvPr/>
        </p:nvSpPr>
        <p:spPr>
          <a:xfrm>
            <a:off x="953262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key3-12"/>
          <p:cNvSpPr/>
          <p:nvPr/>
        </p:nvSpPr>
        <p:spPr>
          <a:xfrm>
            <a:off x="982980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key3-13"/>
          <p:cNvSpPr/>
          <p:nvPr/>
        </p:nvSpPr>
        <p:spPr>
          <a:xfrm>
            <a:off x="1012698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key4-0"/>
          <p:cNvSpPr/>
          <p:nvPr/>
        </p:nvSpPr>
        <p:spPr>
          <a:xfrm>
            <a:off x="626364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key4-1"/>
          <p:cNvSpPr/>
          <p:nvPr/>
        </p:nvSpPr>
        <p:spPr>
          <a:xfrm>
            <a:off x="656082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key4-2"/>
          <p:cNvSpPr/>
          <p:nvPr/>
        </p:nvSpPr>
        <p:spPr>
          <a:xfrm>
            <a:off x="685800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key4-3"/>
          <p:cNvSpPr/>
          <p:nvPr/>
        </p:nvSpPr>
        <p:spPr>
          <a:xfrm>
            <a:off x="715518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key4-4"/>
          <p:cNvSpPr/>
          <p:nvPr/>
        </p:nvSpPr>
        <p:spPr>
          <a:xfrm>
            <a:off x="745236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key4-5"/>
          <p:cNvSpPr/>
          <p:nvPr/>
        </p:nvSpPr>
        <p:spPr>
          <a:xfrm>
            <a:off x="774954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key4-6"/>
          <p:cNvSpPr/>
          <p:nvPr/>
        </p:nvSpPr>
        <p:spPr>
          <a:xfrm>
            <a:off x="804672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key4-7"/>
          <p:cNvSpPr/>
          <p:nvPr/>
        </p:nvSpPr>
        <p:spPr>
          <a:xfrm>
            <a:off x="834390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key4-8"/>
          <p:cNvSpPr/>
          <p:nvPr/>
        </p:nvSpPr>
        <p:spPr>
          <a:xfrm>
            <a:off x="864108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key4-9"/>
          <p:cNvSpPr/>
          <p:nvPr/>
        </p:nvSpPr>
        <p:spPr>
          <a:xfrm>
            <a:off x="893826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key4-10"/>
          <p:cNvSpPr/>
          <p:nvPr/>
        </p:nvSpPr>
        <p:spPr>
          <a:xfrm>
            <a:off x="923544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key4-11"/>
          <p:cNvSpPr/>
          <p:nvPr/>
        </p:nvSpPr>
        <p:spPr>
          <a:xfrm>
            <a:off x="953262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key4-12"/>
          <p:cNvSpPr/>
          <p:nvPr/>
        </p:nvSpPr>
        <p:spPr>
          <a:xfrm>
            <a:off x="982980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key4-13"/>
          <p:cNvSpPr/>
          <p:nvPr/>
        </p:nvSpPr>
        <p:spPr>
          <a:xfrm>
            <a:off x="1012698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key5-0"/>
          <p:cNvSpPr/>
          <p:nvPr/>
        </p:nvSpPr>
        <p:spPr>
          <a:xfrm>
            <a:off x="626364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key5-1"/>
          <p:cNvSpPr/>
          <p:nvPr/>
        </p:nvSpPr>
        <p:spPr>
          <a:xfrm>
            <a:off x="656082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key5-2"/>
          <p:cNvSpPr/>
          <p:nvPr/>
        </p:nvSpPr>
        <p:spPr>
          <a:xfrm>
            <a:off x="685800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key5-3"/>
          <p:cNvSpPr/>
          <p:nvPr/>
        </p:nvSpPr>
        <p:spPr>
          <a:xfrm>
            <a:off x="715518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key5-4"/>
          <p:cNvSpPr/>
          <p:nvPr/>
        </p:nvSpPr>
        <p:spPr>
          <a:xfrm>
            <a:off x="745236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key5-5"/>
          <p:cNvSpPr/>
          <p:nvPr/>
        </p:nvSpPr>
        <p:spPr>
          <a:xfrm>
            <a:off x="774954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key5-6"/>
          <p:cNvSpPr/>
          <p:nvPr/>
        </p:nvSpPr>
        <p:spPr>
          <a:xfrm>
            <a:off x="804672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key5-7"/>
          <p:cNvSpPr/>
          <p:nvPr/>
        </p:nvSpPr>
        <p:spPr>
          <a:xfrm>
            <a:off x="834390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key5-8"/>
          <p:cNvSpPr/>
          <p:nvPr/>
        </p:nvSpPr>
        <p:spPr>
          <a:xfrm>
            <a:off x="864108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key5-9"/>
          <p:cNvSpPr/>
          <p:nvPr/>
        </p:nvSpPr>
        <p:spPr>
          <a:xfrm>
            <a:off x="893826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key5-10"/>
          <p:cNvSpPr/>
          <p:nvPr/>
        </p:nvSpPr>
        <p:spPr>
          <a:xfrm>
            <a:off x="923544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key5-11"/>
          <p:cNvSpPr/>
          <p:nvPr/>
        </p:nvSpPr>
        <p:spPr>
          <a:xfrm>
            <a:off x="953262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key5-12"/>
          <p:cNvSpPr/>
          <p:nvPr/>
        </p:nvSpPr>
        <p:spPr>
          <a:xfrm>
            <a:off x="982980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key5-13"/>
          <p:cNvSpPr/>
          <p:nvPr/>
        </p:nvSpPr>
        <p:spPr>
          <a:xfrm>
            <a:off x="1012698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zone-grille-l"/>
          <p:cNvSpPr/>
          <p:nvPr/>
        </p:nvSpPr>
        <p:spPr>
          <a:xfrm>
            <a:off x="5394960" y="1938528"/>
            <a:ext cx="640080" cy="1783080"/>
          </a:xfrm>
          <a:prstGeom prst="roundRect">
            <a:avLst>
              <a:gd name="adj" fmla="val 20000"/>
            </a:avLst>
          </a:prstGeom>
          <a:solidFill>
            <a:srgbClr val="262524"/>
          </a:solidFill>
          <a:ln w="9525">
            <a:solidFill>
              <a:srgbClr val="F2F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zone-grille-r"/>
          <p:cNvSpPr/>
          <p:nvPr/>
        </p:nvSpPr>
        <p:spPr>
          <a:xfrm>
            <a:off x="10607040" y="1938528"/>
            <a:ext cx="640080" cy="1783080"/>
          </a:xfrm>
          <a:prstGeom prst="roundRect">
            <a:avLst>
              <a:gd name="adj" fmla="val 20000"/>
            </a:avLst>
          </a:prstGeom>
          <a:solidFill>
            <a:srgbClr val="262524"/>
          </a:solidFill>
          <a:ln w="9525">
            <a:solidFill>
              <a:srgbClr val="F2F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rackpad"/>
          <p:cNvSpPr/>
          <p:nvPr/>
        </p:nvSpPr>
        <p:spPr>
          <a:xfrm>
            <a:off x="7269480" y="3977640"/>
            <a:ext cx="2103120" cy="1371600"/>
          </a:xfrm>
          <a:prstGeom prst="roundRect">
            <a:avLst>
              <a:gd name="adj" fmla="val 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zone-palm-l"/>
          <p:cNvSpPr/>
          <p:nvPr/>
        </p:nvSpPr>
        <p:spPr>
          <a:xfrm>
            <a:off x="5394960" y="3977640"/>
            <a:ext cx="1691640" cy="1371600"/>
          </a:xfrm>
          <a:prstGeom prst="roundRect">
            <a:avLst>
              <a:gd name="adj" fmla="val 10000"/>
            </a:avLst>
          </a:prstGeom>
          <a:solidFill>
            <a:srgbClr val="262524"/>
          </a:solidFill>
          <a:ln w="9525">
            <a:solidFill>
              <a:srgbClr val="F2F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zone-palm-r"/>
          <p:cNvSpPr/>
          <p:nvPr/>
        </p:nvSpPr>
        <p:spPr>
          <a:xfrm>
            <a:off x="9555480" y="3977640"/>
            <a:ext cx="1691640" cy="1371600"/>
          </a:xfrm>
          <a:prstGeom prst="roundRect">
            <a:avLst>
              <a:gd name="adj" fmla="val 10000"/>
            </a:avLst>
          </a:prstGeom>
          <a:solidFill>
            <a:srgbClr val="262524"/>
          </a:solidFill>
          <a:ln w="9525">
            <a:solidFill>
              <a:srgbClr val="F2F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822960" y="1280160"/>
            <a:ext cx="3840480" cy="1828800"/>
          </a:xfrm>
          <a:prstGeom prst="rect">
            <a:avLst/>
          </a:prstGeom>
          <a:noFill/>
        </p:spPr>
        <p:txBody>
          <a:bodyPr wrap="square" lIns="0" rIns="0" tIns="0" bIns="0" anchor="t">
            <a:spAutoFit/>
          </a:bodyPr>
          <a:lstStyle/>
          <a:p>
            <a:pPr algn="l">
              <a:lnSpc>
                <a:spcPct val="105000"/>
              </a:lnSpc>
            </a:pPr>
            <a:r>
              <a:rPr sz="4000">
                <a:solidFill>
                  <a:srgbClr val="F2F0EC"/>
                </a:solidFill>
                <a:latin typeface="Switzer Extralight"/>
              </a:rPr>
              <a:t>Tap the parts that do nothing.</a:t>
            </a:r>
          </a:p>
        </p:txBody>
      </p:sp>
      <p:sp>
        <p:nvSpPr>
          <p:cNvPr id="94" name="TextBox 93"/>
          <p:cNvSpPr txBox="1"/>
          <p:nvPr/>
        </p:nvSpPr>
        <p:spPr>
          <a:xfrm>
            <a:off x="822960" y="3931920"/>
            <a:ext cx="2743200" cy="365760"/>
          </a:xfrm>
          <a:prstGeom prst="rect">
            <a:avLst/>
          </a:prstGeom>
          <a:noFill/>
        </p:spPr>
        <p:txBody>
          <a:bodyPr wrap="square" lIns="0" rIns="0" tIns="0" bIns="0" anchor="t">
            <a:spAutoFit/>
          </a:bodyPr>
          <a:lstStyle/>
          <a:p>
            <a:pPr algn="l"/>
            <a:r>
              <a:rPr sz="2000">
                <a:solidFill>
                  <a:srgbClr val="F2F0EC"/>
                </a:solidFill>
                <a:latin typeface="Switzer Light"/>
              </a:rPr>
              <a:t>Last app</a:t>
            </a:r>
          </a:p>
        </p:txBody>
      </p:sp>
      <p:cxnSp>
        <p:nvCxnSpPr>
          <p:cNvPr id="95" name="Connector 94"/>
          <p:cNvCxnSpPr/>
          <p:nvPr/>
        </p:nvCxnSpPr>
        <p:spPr>
          <a:xfrm flipV="1">
            <a:off x="3017520" y="1636776"/>
            <a:ext cx="5303520" cy="2478024"/>
          </a:xfrm>
          <a:prstGeom prst="line">
            <a:avLst/>
          </a:prstGeom>
          <a:ln w="9525">
            <a:solidFill>
              <a:srgbClr val="555350"/>
            </a:solidFill>
            <a:prstDash val="sysDash"/>
          </a:ln>
        </p:spPr>
        <p:style>
          <a:lnRef idx="2">
            <a:schemeClr val="accent1"/>
          </a:lnRef>
          <a:fillRef idx="0">
            <a:schemeClr val="accent1"/>
          </a:fillRef>
          <a:effectRef idx="1">
            <a:schemeClr val="accent1"/>
          </a:effectRef>
          <a:fontRef idx="minor">
            <a:schemeClr val="tx1"/>
          </a:fontRef>
        </p:style>
      </p:cxnSp>
      <p:sp>
        <p:nvSpPr>
          <p:cNvPr id="96" name="Oval 95"/>
          <p:cNvSpPr/>
          <p:nvPr/>
        </p:nvSpPr>
        <p:spPr>
          <a:xfrm>
            <a:off x="8257032" y="1572768"/>
            <a:ext cx="128016" cy="128016"/>
          </a:xfrm>
          <a:prstGeom prst="ellipse">
            <a:avLst/>
          </a:prstGeom>
          <a:solidFill>
            <a:srgbClr val="F2F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22960" y="4572000"/>
            <a:ext cx="2743200" cy="365760"/>
          </a:xfrm>
          <a:prstGeom prst="rect">
            <a:avLst/>
          </a:prstGeom>
          <a:noFill/>
        </p:spPr>
        <p:txBody>
          <a:bodyPr wrap="square" lIns="0" rIns="0" tIns="0" bIns="0" anchor="t">
            <a:spAutoFit/>
          </a:bodyPr>
          <a:lstStyle/>
          <a:p>
            <a:pPr algn="l"/>
            <a:r>
              <a:rPr sz="2000">
                <a:solidFill>
                  <a:srgbClr val="F2F0EC"/>
                </a:solidFill>
                <a:latin typeface="Switzer Light"/>
              </a:rPr>
              <a:t>Screenshot</a:t>
            </a:r>
          </a:p>
        </p:txBody>
      </p:sp>
      <p:cxnSp>
        <p:nvCxnSpPr>
          <p:cNvPr id="98" name="Connector 97"/>
          <p:cNvCxnSpPr/>
          <p:nvPr/>
        </p:nvCxnSpPr>
        <p:spPr>
          <a:xfrm flipV="1">
            <a:off x="3017520" y="2830068"/>
            <a:ext cx="7909560" cy="1924812"/>
          </a:xfrm>
          <a:prstGeom prst="line">
            <a:avLst/>
          </a:prstGeom>
          <a:ln w="9525">
            <a:solidFill>
              <a:srgbClr val="555350"/>
            </a:solidFill>
            <a:prstDash val="sysDash"/>
          </a:ln>
        </p:spPr>
        <p:style>
          <a:lnRef idx="2">
            <a:schemeClr val="accent1"/>
          </a:lnRef>
          <a:fillRef idx="0">
            <a:schemeClr val="accent1"/>
          </a:fillRef>
          <a:effectRef idx="1">
            <a:schemeClr val="accent1"/>
          </a:effectRef>
          <a:fontRef idx="minor">
            <a:schemeClr val="tx1"/>
          </a:fontRef>
        </p:style>
      </p:cxnSp>
      <p:sp>
        <p:nvSpPr>
          <p:cNvPr id="99" name="Oval 98"/>
          <p:cNvSpPr/>
          <p:nvPr/>
        </p:nvSpPr>
        <p:spPr>
          <a:xfrm>
            <a:off x="10863072" y="2766060"/>
            <a:ext cx="128016" cy="128016"/>
          </a:xfrm>
          <a:prstGeom prst="ellipse">
            <a:avLst/>
          </a:prstGeom>
          <a:solidFill>
            <a:srgbClr val="F2F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22960" y="5212080"/>
            <a:ext cx="2743200" cy="365760"/>
          </a:xfrm>
          <a:prstGeom prst="rect">
            <a:avLst/>
          </a:prstGeom>
          <a:noFill/>
        </p:spPr>
        <p:txBody>
          <a:bodyPr wrap="square" lIns="0" rIns="0" tIns="0" bIns="0" anchor="t">
            <a:spAutoFit/>
          </a:bodyPr>
          <a:lstStyle/>
          <a:p>
            <a:pPr algn="l"/>
            <a:r>
              <a:rPr sz="2000">
                <a:solidFill>
                  <a:srgbClr val="F2F0EC"/>
                </a:solidFill>
                <a:latin typeface="Switzer Light"/>
              </a:rPr>
              <a:t>Mute</a:t>
            </a:r>
          </a:p>
        </p:txBody>
      </p:sp>
      <p:cxnSp>
        <p:nvCxnSpPr>
          <p:cNvPr id="101" name="Connector 100"/>
          <p:cNvCxnSpPr/>
          <p:nvPr/>
        </p:nvCxnSpPr>
        <p:spPr>
          <a:xfrm flipV="1">
            <a:off x="3017520" y="4663440"/>
            <a:ext cx="3223260" cy="731520"/>
          </a:xfrm>
          <a:prstGeom prst="line">
            <a:avLst/>
          </a:prstGeom>
          <a:ln w="9525">
            <a:solidFill>
              <a:srgbClr val="555350"/>
            </a:solidFill>
            <a:prstDash val="sysDash"/>
          </a:ln>
        </p:spPr>
        <p:style>
          <a:lnRef idx="2">
            <a:schemeClr val="accent1"/>
          </a:lnRef>
          <a:fillRef idx="0">
            <a:schemeClr val="accent1"/>
          </a:fillRef>
          <a:effectRef idx="1">
            <a:schemeClr val="accent1"/>
          </a:effectRef>
          <a:fontRef idx="minor">
            <a:schemeClr val="tx1"/>
          </a:fontRef>
        </p:style>
      </p:cxnSp>
      <p:sp>
        <p:nvSpPr>
          <p:cNvPr id="102" name="Oval 101"/>
          <p:cNvSpPr/>
          <p:nvPr/>
        </p:nvSpPr>
        <p:spPr>
          <a:xfrm>
            <a:off x="6176772" y="4599432"/>
            <a:ext cx="128016" cy="128016"/>
          </a:xfrm>
          <a:prstGeom prst="ellipse">
            <a:avLst/>
          </a:prstGeom>
          <a:solidFill>
            <a:srgbClr val="F2F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slow">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B0C"/>
        </a:solidFill>
        <a:effectLst/>
      </p:bgPr>
    </p:bg>
    <p:spTree>
      <p:nvGrpSpPr>
        <p:cNvPr id="1" name=""/>
        <p:cNvGrpSpPr/>
        <p:nvPr/>
      </p:nvGrpSpPr>
      <p:grpSpPr/>
      <p:sp>
        <p:nvSpPr>
          <p:cNvPr id="2" name="TextBox 1"/>
          <p:cNvSpPr txBox="1"/>
          <p:nvPr/>
        </p:nvSpPr>
        <p:spPr>
          <a:xfrm>
            <a:off x="822960" y="640080"/>
            <a:ext cx="10515600" cy="914400"/>
          </a:xfrm>
          <a:prstGeom prst="rect">
            <a:avLst/>
          </a:prstGeom>
          <a:noFill/>
        </p:spPr>
        <p:txBody>
          <a:bodyPr wrap="square" lIns="0" rIns="0" tIns="0" bIns="0" anchor="t">
            <a:spAutoFit/>
          </a:bodyPr>
          <a:lstStyle/>
          <a:p>
            <a:pPr algn="l"/>
            <a:r>
              <a:rPr sz="4000">
                <a:solidFill>
                  <a:srgbClr val="F2F0EC"/>
                </a:solidFill>
                <a:latin typeface="Switzer Extralight"/>
              </a:rPr>
              <a:t>A tap looks a lot like a keystroke.</a:t>
            </a:r>
          </a:p>
        </p:txBody>
      </p:sp>
      <p:cxnSp>
        <p:nvCxnSpPr>
          <p:cNvPr id="3" name="Connector 2"/>
          <p:cNvCxnSpPr/>
          <p:nvPr/>
        </p:nvCxnSpPr>
        <p:spPr>
          <a:xfrm>
            <a:off x="822960" y="2926080"/>
            <a:ext cx="10545775"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4" name="Freeform 3"/>
          <p:cNvSpPr/>
          <p:nvPr/>
        </p:nvSpPr>
        <p:spPr>
          <a:xfrm>
            <a:off x="831523" y="1783080"/>
            <a:ext cx="10537212" cy="1137732"/>
          </a:xfrm>
          <a:custGeom>
            <a:avLst/>
            <a:gdLst/>
            <a:ahLst/>
            <a:cxnLst/>
            <a:rect l="l" t="t" r="r" b="b"/>
            <a:pathLst>
              <a:path w="10537212" h="1137732">
                <a:moveTo>
                  <a:pt x="0" y="175242"/>
                </a:moveTo>
                <a:lnTo>
                  <a:pt x="19887" y="230658"/>
                </a:lnTo>
                <a:lnTo>
                  <a:pt x="39756" y="564782"/>
                </a:lnTo>
                <a:lnTo>
                  <a:pt x="59643" y="854332"/>
                </a:lnTo>
                <a:lnTo>
                  <a:pt x="79513" y="555556"/>
                </a:lnTo>
                <a:lnTo>
                  <a:pt x="99402" y="401905"/>
                </a:lnTo>
                <a:lnTo>
                  <a:pt x="119270" y="390618"/>
                </a:lnTo>
                <a:lnTo>
                  <a:pt x="139157" y="446753"/>
                </a:lnTo>
                <a:lnTo>
                  <a:pt x="159026" y="623770"/>
                </a:lnTo>
                <a:lnTo>
                  <a:pt x="178914" y="850029"/>
                </a:lnTo>
                <a:lnTo>
                  <a:pt x="198784" y="873695"/>
                </a:lnTo>
                <a:lnTo>
                  <a:pt x="218671" y="745028"/>
                </a:lnTo>
                <a:lnTo>
                  <a:pt x="238540" y="711869"/>
                </a:lnTo>
                <a:lnTo>
                  <a:pt x="258429" y="718908"/>
                </a:lnTo>
                <a:lnTo>
                  <a:pt x="278298" y="795616"/>
                </a:lnTo>
                <a:lnTo>
                  <a:pt x="298187" y="911472"/>
                </a:lnTo>
                <a:lnTo>
                  <a:pt x="318056" y="1013731"/>
                </a:lnTo>
                <a:lnTo>
                  <a:pt x="337942" y="1086021"/>
                </a:lnTo>
                <a:lnTo>
                  <a:pt x="357811" y="1123893"/>
                </a:lnTo>
                <a:lnTo>
                  <a:pt x="377699" y="1103568"/>
                </a:lnTo>
                <a:lnTo>
                  <a:pt x="397568" y="1092865"/>
                </a:lnTo>
                <a:lnTo>
                  <a:pt x="417456" y="1072288"/>
                </a:lnTo>
                <a:lnTo>
                  <a:pt x="437326" y="1047769"/>
                </a:lnTo>
                <a:lnTo>
                  <a:pt x="457213" y="1010024"/>
                </a:lnTo>
                <a:lnTo>
                  <a:pt x="477081" y="966402"/>
                </a:lnTo>
                <a:lnTo>
                  <a:pt x="496970" y="946173"/>
                </a:lnTo>
                <a:lnTo>
                  <a:pt x="516840" y="947479"/>
                </a:lnTo>
                <a:lnTo>
                  <a:pt x="536726" y="983866"/>
                </a:lnTo>
                <a:lnTo>
                  <a:pt x="556595" y="1052111"/>
                </a:lnTo>
                <a:lnTo>
                  <a:pt x="576482" y="1070930"/>
                </a:lnTo>
                <a:lnTo>
                  <a:pt x="596352" y="1010939"/>
                </a:lnTo>
                <a:lnTo>
                  <a:pt x="616240" y="988255"/>
                </a:lnTo>
                <a:lnTo>
                  <a:pt x="636109" y="987614"/>
                </a:lnTo>
                <a:lnTo>
                  <a:pt x="655998" y="1001941"/>
                </a:lnTo>
                <a:lnTo>
                  <a:pt x="675866" y="1046025"/>
                </a:lnTo>
                <a:lnTo>
                  <a:pt x="695754" y="1101128"/>
                </a:lnTo>
                <a:lnTo>
                  <a:pt x="715623" y="1130175"/>
                </a:lnTo>
                <a:lnTo>
                  <a:pt x="735511" y="1113981"/>
                </a:lnTo>
                <a:lnTo>
                  <a:pt x="755378" y="1105028"/>
                </a:lnTo>
                <a:lnTo>
                  <a:pt x="775267" y="1096122"/>
                </a:lnTo>
                <a:lnTo>
                  <a:pt x="795138" y="1094490"/>
                </a:lnTo>
                <a:lnTo>
                  <a:pt x="815025" y="1096837"/>
                </a:lnTo>
                <a:lnTo>
                  <a:pt x="834893" y="1103550"/>
                </a:lnTo>
                <a:lnTo>
                  <a:pt x="854781" y="1093776"/>
                </a:lnTo>
                <a:lnTo>
                  <a:pt x="874650" y="1050003"/>
                </a:lnTo>
                <a:lnTo>
                  <a:pt x="894538" y="856480"/>
                </a:lnTo>
                <a:lnTo>
                  <a:pt x="914407" y="671937"/>
                </a:lnTo>
                <a:lnTo>
                  <a:pt x="934294" y="652894"/>
                </a:lnTo>
                <a:lnTo>
                  <a:pt x="954164" y="893556"/>
                </a:lnTo>
                <a:lnTo>
                  <a:pt x="974051" y="629771"/>
                </a:lnTo>
                <a:lnTo>
                  <a:pt x="993920" y="283445"/>
                </a:lnTo>
                <a:lnTo>
                  <a:pt x="1013811" y="248968"/>
                </a:lnTo>
                <a:lnTo>
                  <a:pt x="1033678" y="327858"/>
                </a:lnTo>
                <a:lnTo>
                  <a:pt x="1053567" y="641033"/>
                </a:lnTo>
                <a:lnTo>
                  <a:pt x="1073435" y="705722"/>
                </a:lnTo>
                <a:lnTo>
                  <a:pt x="1093323" y="406584"/>
                </a:lnTo>
                <a:lnTo>
                  <a:pt x="1113191" y="327906"/>
                </a:lnTo>
                <a:lnTo>
                  <a:pt x="1133081" y="333095"/>
                </a:lnTo>
                <a:lnTo>
                  <a:pt x="1152949" y="473564"/>
                </a:lnTo>
                <a:lnTo>
                  <a:pt x="1172837" y="764517"/>
                </a:lnTo>
                <a:lnTo>
                  <a:pt x="1192704" y="890977"/>
                </a:lnTo>
                <a:lnTo>
                  <a:pt x="1212594" y="730107"/>
                </a:lnTo>
                <a:lnTo>
                  <a:pt x="1232462" y="705758"/>
                </a:lnTo>
                <a:lnTo>
                  <a:pt x="1252351" y="731211"/>
                </a:lnTo>
                <a:lnTo>
                  <a:pt x="1272219" y="848984"/>
                </a:lnTo>
                <a:lnTo>
                  <a:pt x="1292108" y="1003143"/>
                </a:lnTo>
                <a:lnTo>
                  <a:pt x="1311976" y="1085329"/>
                </a:lnTo>
                <a:lnTo>
                  <a:pt x="1331863" y="1081488"/>
                </a:lnTo>
                <a:lnTo>
                  <a:pt x="1351732" y="1104301"/>
                </a:lnTo>
                <a:lnTo>
                  <a:pt x="1371623" y="1034870"/>
                </a:lnTo>
                <a:lnTo>
                  <a:pt x="1391490" y="1012936"/>
                </a:lnTo>
                <a:lnTo>
                  <a:pt x="1411378" y="1018638"/>
                </a:lnTo>
                <a:lnTo>
                  <a:pt x="1431247" y="1075639"/>
                </a:lnTo>
                <a:lnTo>
                  <a:pt x="1451135" y="1033580"/>
                </a:lnTo>
                <a:lnTo>
                  <a:pt x="1471003" y="973503"/>
                </a:lnTo>
                <a:lnTo>
                  <a:pt x="1490893" y="965481"/>
                </a:lnTo>
                <a:lnTo>
                  <a:pt x="1510760" y="975016"/>
                </a:lnTo>
                <a:lnTo>
                  <a:pt x="1530649" y="1018918"/>
                </a:lnTo>
                <a:lnTo>
                  <a:pt x="1550516" y="1080080"/>
                </a:lnTo>
                <a:lnTo>
                  <a:pt x="1570406" y="1087877"/>
                </a:lnTo>
                <a:lnTo>
                  <a:pt x="1590274" y="1088621"/>
                </a:lnTo>
                <a:lnTo>
                  <a:pt x="1610162" y="1103537"/>
                </a:lnTo>
                <a:lnTo>
                  <a:pt x="1630030" y="1109644"/>
                </a:lnTo>
                <a:lnTo>
                  <a:pt x="1649920" y="1101228"/>
                </a:lnTo>
                <a:lnTo>
                  <a:pt x="1669787" y="1098601"/>
                </a:lnTo>
                <a:lnTo>
                  <a:pt x="1689676" y="1110862"/>
                </a:lnTo>
                <a:lnTo>
                  <a:pt x="1709543" y="1075163"/>
                </a:lnTo>
                <a:lnTo>
                  <a:pt x="1729434" y="1028204"/>
                </a:lnTo>
                <a:lnTo>
                  <a:pt x="1749301" y="1003220"/>
                </a:lnTo>
                <a:lnTo>
                  <a:pt x="1769190" y="1001307"/>
                </a:lnTo>
                <a:lnTo>
                  <a:pt x="1789057" y="1017034"/>
                </a:lnTo>
                <a:lnTo>
                  <a:pt x="1808948" y="1073281"/>
                </a:lnTo>
                <a:lnTo>
                  <a:pt x="1828815" y="1097689"/>
                </a:lnTo>
                <a:lnTo>
                  <a:pt x="1848704" y="1060982"/>
                </a:lnTo>
                <a:lnTo>
                  <a:pt x="1868572" y="1052370"/>
                </a:lnTo>
                <a:lnTo>
                  <a:pt x="1888460" y="1053995"/>
                </a:lnTo>
                <a:lnTo>
                  <a:pt x="1908327" y="1067060"/>
                </a:lnTo>
                <a:lnTo>
                  <a:pt x="1928218" y="1083558"/>
                </a:lnTo>
                <a:lnTo>
                  <a:pt x="1948086" y="1101758"/>
                </a:lnTo>
                <a:lnTo>
                  <a:pt x="1967974" y="1109969"/>
                </a:lnTo>
                <a:lnTo>
                  <a:pt x="1987841" y="1112847"/>
                </a:lnTo>
                <a:lnTo>
                  <a:pt x="2007731" y="1119410"/>
                </a:lnTo>
                <a:lnTo>
                  <a:pt x="2027598" y="1047481"/>
                </a:lnTo>
                <a:lnTo>
                  <a:pt x="2047488" y="850923"/>
                </a:lnTo>
                <a:lnTo>
                  <a:pt x="2067354" y="579708"/>
                </a:lnTo>
                <a:lnTo>
                  <a:pt x="2087245" y="419258"/>
                </a:lnTo>
                <a:lnTo>
                  <a:pt x="2107113" y="664701"/>
                </a:lnTo>
                <a:lnTo>
                  <a:pt x="2127001" y="663333"/>
                </a:lnTo>
                <a:lnTo>
                  <a:pt x="2146869" y="136410"/>
                </a:lnTo>
                <a:lnTo>
                  <a:pt x="2166760" y="49855"/>
                </a:lnTo>
                <a:lnTo>
                  <a:pt x="2186628" y="105366"/>
                </a:lnTo>
                <a:lnTo>
                  <a:pt x="2206515" y="398308"/>
                </a:lnTo>
                <a:lnTo>
                  <a:pt x="2226385" y="762676"/>
                </a:lnTo>
                <a:lnTo>
                  <a:pt x="2246272" y="331515"/>
                </a:lnTo>
                <a:lnTo>
                  <a:pt x="2266141" y="173084"/>
                </a:lnTo>
                <a:lnTo>
                  <a:pt x="2286029" y="167084"/>
                </a:lnTo>
                <a:lnTo>
                  <a:pt x="2305898" y="263460"/>
                </a:lnTo>
                <a:lnTo>
                  <a:pt x="2325786" y="594471"/>
                </a:lnTo>
                <a:lnTo>
                  <a:pt x="2345655" y="877451"/>
                </a:lnTo>
                <a:lnTo>
                  <a:pt x="2365543" y="674476"/>
                </a:lnTo>
                <a:lnTo>
                  <a:pt x="2385412" y="627571"/>
                </a:lnTo>
                <a:lnTo>
                  <a:pt x="2405299" y="641302"/>
                </a:lnTo>
                <a:lnTo>
                  <a:pt x="2425169" y="764017"/>
                </a:lnTo>
                <a:lnTo>
                  <a:pt x="2445057" y="953691"/>
                </a:lnTo>
                <a:lnTo>
                  <a:pt x="2464925" y="1031794"/>
                </a:lnTo>
                <a:lnTo>
                  <a:pt x="2484813" y="1005819"/>
                </a:lnTo>
                <a:lnTo>
                  <a:pt x="2504683" y="1015945"/>
                </a:lnTo>
                <a:lnTo>
                  <a:pt x="2524571" y="1091469"/>
                </a:lnTo>
                <a:lnTo>
                  <a:pt x="2544439" y="1054976"/>
                </a:lnTo>
                <a:lnTo>
                  <a:pt x="2564327" y="1049843"/>
                </a:lnTo>
                <a:lnTo>
                  <a:pt x="2584196" y="1057888"/>
                </a:lnTo>
                <a:lnTo>
                  <a:pt x="2604084" y="1086659"/>
                </a:lnTo>
                <a:lnTo>
                  <a:pt x="2623952" y="1089444"/>
                </a:lnTo>
                <a:lnTo>
                  <a:pt x="2643840" y="1035280"/>
                </a:lnTo>
                <a:lnTo>
                  <a:pt x="2663710" y="983021"/>
                </a:lnTo>
                <a:lnTo>
                  <a:pt x="2683597" y="969744"/>
                </a:lnTo>
                <a:lnTo>
                  <a:pt x="2703466" y="973658"/>
                </a:lnTo>
                <a:lnTo>
                  <a:pt x="2723355" y="1012469"/>
                </a:lnTo>
                <a:lnTo>
                  <a:pt x="2743223" y="1086774"/>
                </a:lnTo>
                <a:lnTo>
                  <a:pt x="2763111" y="1022650"/>
                </a:lnTo>
                <a:lnTo>
                  <a:pt x="2782981" y="972427"/>
                </a:lnTo>
                <a:lnTo>
                  <a:pt x="2802868" y="960162"/>
                </a:lnTo>
                <a:lnTo>
                  <a:pt x="2822737" y="963607"/>
                </a:lnTo>
                <a:lnTo>
                  <a:pt x="2842624" y="994475"/>
                </a:lnTo>
                <a:lnTo>
                  <a:pt x="2862494" y="1037449"/>
                </a:lnTo>
                <a:lnTo>
                  <a:pt x="2882383" y="1088380"/>
                </a:lnTo>
                <a:lnTo>
                  <a:pt x="2902251" y="1081889"/>
                </a:lnTo>
                <a:lnTo>
                  <a:pt x="2922138" y="1053483"/>
                </a:lnTo>
                <a:lnTo>
                  <a:pt x="2942009" y="1050228"/>
                </a:lnTo>
                <a:lnTo>
                  <a:pt x="2961895" y="1052230"/>
                </a:lnTo>
                <a:lnTo>
                  <a:pt x="2981765" y="1047125"/>
                </a:lnTo>
                <a:lnTo>
                  <a:pt x="3001652" y="1004726"/>
                </a:lnTo>
                <a:lnTo>
                  <a:pt x="3021521" y="880375"/>
                </a:lnTo>
                <a:lnTo>
                  <a:pt x="3041408" y="669944"/>
                </a:lnTo>
                <a:lnTo>
                  <a:pt x="3061277" y="500863"/>
                </a:lnTo>
                <a:lnTo>
                  <a:pt x="3081166" y="513515"/>
                </a:lnTo>
                <a:lnTo>
                  <a:pt x="3101034" y="651757"/>
                </a:lnTo>
                <a:lnTo>
                  <a:pt x="3120922" y="171563"/>
                </a:lnTo>
                <a:lnTo>
                  <a:pt x="3140791" y="0"/>
                </a:lnTo>
                <a:lnTo>
                  <a:pt x="3160680" y="30299"/>
                </a:lnTo>
                <a:lnTo>
                  <a:pt x="3180548" y="387920"/>
                </a:lnTo>
                <a:lnTo>
                  <a:pt x="3200434" y="848179"/>
                </a:lnTo>
                <a:lnTo>
                  <a:pt x="3220305" y="433184"/>
                </a:lnTo>
                <a:lnTo>
                  <a:pt x="3240193" y="275479"/>
                </a:lnTo>
                <a:lnTo>
                  <a:pt x="3260062" y="270549"/>
                </a:lnTo>
                <a:lnTo>
                  <a:pt x="3279949" y="340560"/>
                </a:lnTo>
                <a:lnTo>
                  <a:pt x="3299819" y="566201"/>
                </a:lnTo>
                <a:lnTo>
                  <a:pt x="3319706" y="877075"/>
                </a:lnTo>
                <a:lnTo>
                  <a:pt x="3339575" y="774341"/>
                </a:lnTo>
                <a:lnTo>
                  <a:pt x="3359463" y="661292"/>
                </a:lnTo>
                <a:lnTo>
                  <a:pt x="3379332" y="655254"/>
                </a:lnTo>
                <a:lnTo>
                  <a:pt x="3399219" y="703179"/>
                </a:lnTo>
                <a:lnTo>
                  <a:pt x="3419089" y="845149"/>
                </a:lnTo>
                <a:lnTo>
                  <a:pt x="3438977" y="1011720"/>
                </a:lnTo>
                <a:lnTo>
                  <a:pt x="3458846" y="1067298"/>
                </a:lnTo>
                <a:lnTo>
                  <a:pt x="3478734" y="1049788"/>
                </a:lnTo>
                <a:lnTo>
                  <a:pt x="3498603" y="1053062"/>
                </a:lnTo>
                <a:lnTo>
                  <a:pt x="3518492" y="1087320"/>
                </a:lnTo>
                <a:lnTo>
                  <a:pt x="3538360" y="1092132"/>
                </a:lnTo>
                <a:lnTo>
                  <a:pt x="3558246" y="1085112"/>
                </a:lnTo>
                <a:lnTo>
                  <a:pt x="3578118" y="1091659"/>
                </a:lnTo>
                <a:lnTo>
                  <a:pt x="3598004" y="1047516"/>
                </a:lnTo>
                <a:lnTo>
                  <a:pt x="3617873" y="957597"/>
                </a:lnTo>
                <a:lnTo>
                  <a:pt x="3637761" y="940610"/>
                </a:lnTo>
                <a:lnTo>
                  <a:pt x="3657630" y="945775"/>
                </a:lnTo>
                <a:lnTo>
                  <a:pt x="3677518" y="973341"/>
                </a:lnTo>
                <a:lnTo>
                  <a:pt x="3695734" y="1020153"/>
                </a:lnTo>
                <a:lnTo>
                  <a:pt x="3712297" y="1070240"/>
                </a:lnTo>
                <a:lnTo>
                  <a:pt x="3728870" y="1097916"/>
                </a:lnTo>
                <a:lnTo>
                  <a:pt x="3745433" y="1033970"/>
                </a:lnTo>
                <a:lnTo>
                  <a:pt x="3761994" y="988986"/>
                </a:lnTo>
                <a:lnTo>
                  <a:pt x="3778558" y="970032"/>
                </a:lnTo>
                <a:lnTo>
                  <a:pt x="3795132" y="965177"/>
                </a:lnTo>
                <a:lnTo>
                  <a:pt x="3811693" y="965643"/>
                </a:lnTo>
                <a:lnTo>
                  <a:pt x="3828256" y="980135"/>
                </a:lnTo>
                <a:lnTo>
                  <a:pt x="3844818" y="1016072"/>
                </a:lnTo>
                <a:lnTo>
                  <a:pt x="3861394" y="1059446"/>
                </a:lnTo>
                <a:lnTo>
                  <a:pt x="3877956" y="1096976"/>
                </a:lnTo>
                <a:lnTo>
                  <a:pt x="3894518" y="1116105"/>
                </a:lnTo>
                <a:lnTo>
                  <a:pt x="3911080" y="1087656"/>
                </a:lnTo>
                <a:lnTo>
                  <a:pt x="3927653" y="1064327"/>
                </a:lnTo>
                <a:lnTo>
                  <a:pt x="3944217" y="1052258"/>
                </a:lnTo>
                <a:lnTo>
                  <a:pt x="3960779" y="1048656"/>
                </a:lnTo>
                <a:lnTo>
                  <a:pt x="3977342" y="1048603"/>
                </a:lnTo>
                <a:lnTo>
                  <a:pt x="3993915" y="1049372"/>
                </a:lnTo>
                <a:lnTo>
                  <a:pt x="4010479" y="1051193"/>
                </a:lnTo>
                <a:lnTo>
                  <a:pt x="4027040" y="1005123"/>
                </a:lnTo>
                <a:lnTo>
                  <a:pt x="4043603" y="885168"/>
                </a:lnTo>
                <a:lnTo>
                  <a:pt x="4060178" y="689243"/>
                </a:lnTo>
                <a:lnTo>
                  <a:pt x="4076739" y="492980"/>
                </a:lnTo>
                <a:lnTo>
                  <a:pt x="4093303" y="570207"/>
                </a:lnTo>
                <a:lnTo>
                  <a:pt x="4109863" y="856465"/>
                </a:lnTo>
                <a:lnTo>
                  <a:pt x="4126438" y="716955"/>
                </a:lnTo>
                <a:lnTo>
                  <a:pt x="4143002" y="306618"/>
                </a:lnTo>
                <a:lnTo>
                  <a:pt x="4159564" y="153091"/>
                </a:lnTo>
                <a:lnTo>
                  <a:pt x="4176126" y="155029"/>
                </a:lnTo>
                <a:lnTo>
                  <a:pt x="4192699" y="278262"/>
                </a:lnTo>
                <a:lnTo>
                  <a:pt x="4209262" y="589322"/>
                </a:lnTo>
                <a:lnTo>
                  <a:pt x="4225824" y="806779"/>
                </a:lnTo>
                <a:lnTo>
                  <a:pt x="4242387" y="511666"/>
                </a:lnTo>
                <a:lnTo>
                  <a:pt x="4258962" y="340417"/>
                </a:lnTo>
                <a:lnTo>
                  <a:pt x="4275525" y="285854"/>
                </a:lnTo>
                <a:lnTo>
                  <a:pt x="4292086" y="291305"/>
                </a:lnTo>
                <a:lnTo>
                  <a:pt x="4308649" y="406151"/>
                </a:lnTo>
                <a:lnTo>
                  <a:pt x="4325223" y="630401"/>
                </a:lnTo>
                <a:lnTo>
                  <a:pt x="4341783" y="888739"/>
                </a:lnTo>
                <a:lnTo>
                  <a:pt x="4358347" y="882243"/>
                </a:lnTo>
                <a:lnTo>
                  <a:pt x="4374908" y="731785"/>
                </a:lnTo>
                <a:lnTo>
                  <a:pt x="4391484" y="688253"/>
                </a:lnTo>
                <a:lnTo>
                  <a:pt x="4408045" y="689867"/>
                </a:lnTo>
                <a:lnTo>
                  <a:pt x="4424608" y="733672"/>
                </a:lnTo>
                <a:lnTo>
                  <a:pt x="4441171" y="824713"/>
                </a:lnTo>
                <a:lnTo>
                  <a:pt x="4457744" y="937275"/>
                </a:lnTo>
                <a:lnTo>
                  <a:pt x="4474307" y="1022854"/>
                </a:lnTo>
                <a:lnTo>
                  <a:pt x="4490868" y="1017880"/>
                </a:lnTo>
                <a:lnTo>
                  <a:pt x="4507432" y="1015805"/>
                </a:lnTo>
                <a:lnTo>
                  <a:pt x="4524006" y="1045345"/>
                </a:lnTo>
                <a:lnTo>
                  <a:pt x="4540569" y="1058422"/>
                </a:lnTo>
                <a:lnTo>
                  <a:pt x="4557131" y="1001709"/>
                </a:lnTo>
                <a:lnTo>
                  <a:pt x="4573692" y="984618"/>
                </a:lnTo>
                <a:lnTo>
                  <a:pt x="4590268" y="986313"/>
                </a:lnTo>
                <a:lnTo>
                  <a:pt x="4606830" y="1022450"/>
                </a:lnTo>
                <a:lnTo>
                  <a:pt x="4623392" y="1095268"/>
                </a:lnTo>
                <a:lnTo>
                  <a:pt x="4639954" y="1014705"/>
                </a:lnTo>
                <a:lnTo>
                  <a:pt x="4656529" y="946053"/>
                </a:lnTo>
                <a:lnTo>
                  <a:pt x="4673092" y="927491"/>
                </a:lnTo>
                <a:lnTo>
                  <a:pt x="4689653" y="930822"/>
                </a:lnTo>
                <a:lnTo>
                  <a:pt x="4706216" y="969460"/>
                </a:lnTo>
                <a:lnTo>
                  <a:pt x="4722789" y="1038769"/>
                </a:lnTo>
                <a:lnTo>
                  <a:pt x="4739353" y="1095793"/>
                </a:lnTo>
                <a:lnTo>
                  <a:pt x="4755916" y="1039320"/>
                </a:lnTo>
                <a:lnTo>
                  <a:pt x="4772477" y="1015382"/>
                </a:lnTo>
                <a:lnTo>
                  <a:pt x="4789052" y="1014542"/>
                </a:lnTo>
                <a:lnTo>
                  <a:pt x="4805614" y="1027662"/>
                </a:lnTo>
                <a:lnTo>
                  <a:pt x="4822177" y="1066032"/>
                </a:lnTo>
                <a:lnTo>
                  <a:pt x="4838740" y="1104418"/>
                </a:lnTo>
                <a:lnTo>
                  <a:pt x="4855311" y="1096785"/>
                </a:lnTo>
                <a:lnTo>
                  <a:pt x="4871876" y="1093447"/>
                </a:lnTo>
                <a:lnTo>
                  <a:pt x="4888438" y="1094425"/>
                </a:lnTo>
                <a:lnTo>
                  <a:pt x="4905000" y="1102259"/>
                </a:lnTo>
                <a:lnTo>
                  <a:pt x="4921574" y="1120938"/>
                </a:lnTo>
                <a:lnTo>
                  <a:pt x="4938137" y="1101074"/>
                </a:lnTo>
                <a:lnTo>
                  <a:pt x="4954699" y="1069577"/>
                </a:lnTo>
                <a:lnTo>
                  <a:pt x="4971260" y="997976"/>
                </a:lnTo>
                <a:lnTo>
                  <a:pt x="4987836" y="837804"/>
                </a:lnTo>
                <a:lnTo>
                  <a:pt x="5004398" y="764741"/>
                </a:lnTo>
                <a:lnTo>
                  <a:pt x="5020961" y="772782"/>
                </a:lnTo>
                <a:lnTo>
                  <a:pt x="5037524" y="885468"/>
                </a:lnTo>
                <a:lnTo>
                  <a:pt x="5054097" y="798596"/>
                </a:lnTo>
                <a:lnTo>
                  <a:pt x="5070659" y="524563"/>
                </a:lnTo>
                <a:lnTo>
                  <a:pt x="5087221" y="456342"/>
                </a:lnTo>
                <a:lnTo>
                  <a:pt x="5103785" y="475697"/>
                </a:lnTo>
                <a:lnTo>
                  <a:pt x="5120361" y="616291"/>
                </a:lnTo>
                <a:lnTo>
                  <a:pt x="5136920" y="830074"/>
                </a:lnTo>
                <a:lnTo>
                  <a:pt x="5153484" y="901411"/>
                </a:lnTo>
                <a:lnTo>
                  <a:pt x="5170045" y="715780"/>
                </a:lnTo>
                <a:lnTo>
                  <a:pt x="5186620" y="610277"/>
                </a:lnTo>
                <a:lnTo>
                  <a:pt x="5203183" y="598082"/>
                </a:lnTo>
                <a:lnTo>
                  <a:pt x="5219744" y="624921"/>
                </a:lnTo>
                <a:lnTo>
                  <a:pt x="5236308" y="734293"/>
                </a:lnTo>
                <a:lnTo>
                  <a:pt x="5252881" y="892561"/>
                </a:lnTo>
                <a:lnTo>
                  <a:pt x="5269444" y="1004670"/>
                </a:lnTo>
                <a:lnTo>
                  <a:pt x="5286006" y="912429"/>
                </a:lnTo>
                <a:lnTo>
                  <a:pt x="5302569" y="884782"/>
                </a:lnTo>
                <a:lnTo>
                  <a:pt x="5319143" y="885926"/>
                </a:lnTo>
                <a:lnTo>
                  <a:pt x="5335705" y="910755"/>
                </a:lnTo>
                <a:lnTo>
                  <a:pt x="5352267" y="962849"/>
                </a:lnTo>
                <a:lnTo>
                  <a:pt x="5368829" y="1032973"/>
                </a:lnTo>
                <a:lnTo>
                  <a:pt x="5385405" y="1076030"/>
                </a:lnTo>
                <a:lnTo>
                  <a:pt x="5401967" y="1075937"/>
                </a:lnTo>
                <a:lnTo>
                  <a:pt x="5418530" y="1081034"/>
                </a:lnTo>
                <a:lnTo>
                  <a:pt x="5435091" y="1068447"/>
                </a:lnTo>
                <a:lnTo>
                  <a:pt x="5451665" y="1030931"/>
                </a:lnTo>
                <a:lnTo>
                  <a:pt x="5468229" y="1030668"/>
                </a:lnTo>
                <a:lnTo>
                  <a:pt x="5484790" y="1034559"/>
                </a:lnTo>
                <a:lnTo>
                  <a:pt x="5501353" y="975843"/>
                </a:lnTo>
                <a:lnTo>
                  <a:pt x="5517927" y="979466"/>
                </a:lnTo>
                <a:lnTo>
                  <a:pt x="5534489" y="1041915"/>
                </a:lnTo>
                <a:lnTo>
                  <a:pt x="5551052" y="1075699"/>
                </a:lnTo>
                <a:lnTo>
                  <a:pt x="5567614" y="1025930"/>
                </a:lnTo>
                <a:lnTo>
                  <a:pt x="5584187" y="1002439"/>
                </a:lnTo>
                <a:lnTo>
                  <a:pt x="5600750" y="1001329"/>
                </a:lnTo>
                <a:lnTo>
                  <a:pt x="5617312" y="1012697"/>
                </a:lnTo>
                <a:lnTo>
                  <a:pt x="5633875" y="1049796"/>
                </a:lnTo>
                <a:lnTo>
                  <a:pt x="5650448" y="1098610"/>
                </a:lnTo>
                <a:lnTo>
                  <a:pt x="5667013" y="1082549"/>
                </a:lnTo>
                <a:lnTo>
                  <a:pt x="5683577" y="1053982"/>
                </a:lnTo>
                <a:lnTo>
                  <a:pt x="5700137" y="1047281"/>
                </a:lnTo>
                <a:lnTo>
                  <a:pt x="5716714" y="1049825"/>
                </a:lnTo>
                <a:lnTo>
                  <a:pt x="5733275" y="1069055"/>
                </a:lnTo>
                <a:lnTo>
                  <a:pt x="5749837" y="1094131"/>
                </a:lnTo>
                <a:lnTo>
                  <a:pt x="5766399" y="1108447"/>
                </a:lnTo>
                <a:lnTo>
                  <a:pt x="5782974" y="1112293"/>
                </a:lnTo>
                <a:lnTo>
                  <a:pt x="5799538" y="1117052"/>
                </a:lnTo>
                <a:lnTo>
                  <a:pt x="5816099" y="1121753"/>
                </a:lnTo>
                <a:lnTo>
                  <a:pt x="5832662" y="1123249"/>
                </a:lnTo>
                <a:lnTo>
                  <a:pt x="5849235" y="1124611"/>
                </a:lnTo>
                <a:lnTo>
                  <a:pt x="5865798" y="1122750"/>
                </a:lnTo>
                <a:lnTo>
                  <a:pt x="5882360" y="1120133"/>
                </a:lnTo>
                <a:lnTo>
                  <a:pt x="5898921" y="1118006"/>
                </a:lnTo>
                <a:lnTo>
                  <a:pt x="5915498" y="1112592"/>
                </a:lnTo>
                <a:lnTo>
                  <a:pt x="5932058" y="1111115"/>
                </a:lnTo>
                <a:lnTo>
                  <a:pt x="5948622" y="1113404"/>
                </a:lnTo>
                <a:lnTo>
                  <a:pt x="5965183" y="1124793"/>
                </a:lnTo>
                <a:lnTo>
                  <a:pt x="5981757" y="1083768"/>
                </a:lnTo>
                <a:lnTo>
                  <a:pt x="5998321" y="1009687"/>
                </a:lnTo>
                <a:lnTo>
                  <a:pt x="6014881" y="984206"/>
                </a:lnTo>
                <a:lnTo>
                  <a:pt x="6031446" y="724481"/>
                </a:lnTo>
                <a:lnTo>
                  <a:pt x="6048019" y="688532"/>
                </a:lnTo>
                <a:lnTo>
                  <a:pt x="6064582" y="891777"/>
                </a:lnTo>
                <a:lnTo>
                  <a:pt x="6081145" y="792799"/>
                </a:lnTo>
                <a:lnTo>
                  <a:pt x="6097706" y="746120"/>
                </a:lnTo>
                <a:lnTo>
                  <a:pt x="6114280" y="669349"/>
                </a:lnTo>
                <a:lnTo>
                  <a:pt x="6130842" y="658740"/>
                </a:lnTo>
                <a:lnTo>
                  <a:pt x="6147405" y="685442"/>
                </a:lnTo>
                <a:lnTo>
                  <a:pt x="6163969" y="814856"/>
                </a:lnTo>
                <a:lnTo>
                  <a:pt x="6180542" y="1031527"/>
                </a:lnTo>
                <a:lnTo>
                  <a:pt x="6197105" y="861902"/>
                </a:lnTo>
                <a:lnTo>
                  <a:pt x="6213666" y="746341"/>
                </a:lnTo>
                <a:lnTo>
                  <a:pt x="6230229" y="702511"/>
                </a:lnTo>
                <a:lnTo>
                  <a:pt x="6246803" y="701146"/>
                </a:lnTo>
                <a:lnTo>
                  <a:pt x="6263367" y="736026"/>
                </a:lnTo>
                <a:lnTo>
                  <a:pt x="6279929" y="845911"/>
                </a:lnTo>
                <a:lnTo>
                  <a:pt x="6296490" y="1003053"/>
                </a:lnTo>
                <a:lnTo>
                  <a:pt x="6313065" y="1004322"/>
                </a:lnTo>
                <a:lnTo>
                  <a:pt x="6329626" y="928847"/>
                </a:lnTo>
                <a:lnTo>
                  <a:pt x="6346190" y="916850"/>
                </a:lnTo>
                <a:lnTo>
                  <a:pt x="6362754" y="925302"/>
                </a:lnTo>
                <a:lnTo>
                  <a:pt x="6379325" y="969676"/>
                </a:lnTo>
                <a:lnTo>
                  <a:pt x="6395889" y="1036201"/>
                </a:lnTo>
                <a:lnTo>
                  <a:pt x="6412451" y="1105270"/>
                </a:lnTo>
                <a:lnTo>
                  <a:pt x="6429013" y="1101570"/>
                </a:lnTo>
                <a:lnTo>
                  <a:pt x="6445588" y="1097369"/>
                </a:lnTo>
                <a:lnTo>
                  <a:pt x="6462149" y="1100891"/>
                </a:lnTo>
                <a:lnTo>
                  <a:pt x="6478712" y="1099555"/>
                </a:lnTo>
                <a:lnTo>
                  <a:pt x="6495273" y="1068044"/>
                </a:lnTo>
                <a:lnTo>
                  <a:pt x="6511848" y="1043234"/>
                </a:lnTo>
                <a:lnTo>
                  <a:pt x="6528412" y="1037646"/>
                </a:lnTo>
                <a:lnTo>
                  <a:pt x="6544973" y="1041155"/>
                </a:lnTo>
                <a:lnTo>
                  <a:pt x="6561536" y="1070026"/>
                </a:lnTo>
                <a:lnTo>
                  <a:pt x="6578109" y="1116185"/>
                </a:lnTo>
                <a:lnTo>
                  <a:pt x="6594671" y="1057011"/>
                </a:lnTo>
                <a:lnTo>
                  <a:pt x="6611235" y="1011646"/>
                </a:lnTo>
                <a:lnTo>
                  <a:pt x="6627797" y="996495"/>
                </a:lnTo>
                <a:lnTo>
                  <a:pt x="6644372" y="997268"/>
                </a:lnTo>
                <a:lnTo>
                  <a:pt x="6660933" y="1015668"/>
                </a:lnTo>
                <a:lnTo>
                  <a:pt x="6677496" y="1053633"/>
                </a:lnTo>
                <a:lnTo>
                  <a:pt x="6694058" y="1101154"/>
                </a:lnTo>
                <a:lnTo>
                  <a:pt x="6710632" y="1106024"/>
                </a:lnTo>
                <a:lnTo>
                  <a:pt x="6727196" y="1082830"/>
                </a:lnTo>
                <a:lnTo>
                  <a:pt x="6743757" y="1078855"/>
                </a:lnTo>
                <a:lnTo>
                  <a:pt x="6760321" y="1081877"/>
                </a:lnTo>
                <a:lnTo>
                  <a:pt x="6776893" y="1097601"/>
                </a:lnTo>
                <a:lnTo>
                  <a:pt x="6793456" y="1118557"/>
                </a:lnTo>
                <a:lnTo>
                  <a:pt x="6810019" y="1132049"/>
                </a:lnTo>
                <a:lnTo>
                  <a:pt x="6826581" y="1127235"/>
                </a:lnTo>
                <a:lnTo>
                  <a:pt x="6843156" y="1123846"/>
                </a:lnTo>
                <a:lnTo>
                  <a:pt x="6859716" y="1124032"/>
                </a:lnTo>
                <a:lnTo>
                  <a:pt x="6876281" y="1124678"/>
                </a:lnTo>
                <a:lnTo>
                  <a:pt x="6892843" y="1122753"/>
                </a:lnTo>
                <a:lnTo>
                  <a:pt x="6909417" y="1122916"/>
                </a:lnTo>
                <a:lnTo>
                  <a:pt x="6925979" y="1124160"/>
                </a:lnTo>
                <a:lnTo>
                  <a:pt x="6942540" y="1126639"/>
                </a:lnTo>
                <a:lnTo>
                  <a:pt x="6959105" y="1133281"/>
                </a:lnTo>
                <a:lnTo>
                  <a:pt x="6975677" y="1129432"/>
                </a:lnTo>
                <a:lnTo>
                  <a:pt x="6992240" y="1121346"/>
                </a:lnTo>
                <a:lnTo>
                  <a:pt x="7008804" y="1120969"/>
                </a:lnTo>
                <a:lnTo>
                  <a:pt x="7025364" y="1122557"/>
                </a:lnTo>
                <a:lnTo>
                  <a:pt x="7041939" y="1126072"/>
                </a:lnTo>
                <a:lnTo>
                  <a:pt x="7058501" y="1130316"/>
                </a:lnTo>
                <a:lnTo>
                  <a:pt x="7075064" y="1135363"/>
                </a:lnTo>
                <a:lnTo>
                  <a:pt x="7091628" y="1135734"/>
                </a:lnTo>
                <a:lnTo>
                  <a:pt x="7108201" y="1134880"/>
                </a:lnTo>
                <a:lnTo>
                  <a:pt x="7124763" y="1136158"/>
                </a:lnTo>
                <a:lnTo>
                  <a:pt x="7141324" y="1130308"/>
                </a:lnTo>
                <a:lnTo>
                  <a:pt x="7157886" y="1073768"/>
                </a:lnTo>
                <a:lnTo>
                  <a:pt x="7174461" y="979102"/>
                </a:lnTo>
                <a:lnTo>
                  <a:pt x="7191023" y="880279"/>
                </a:lnTo>
                <a:lnTo>
                  <a:pt x="7207587" y="713494"/>
                </a:lnTo>
                <a:lnTo>
                  <a:pt x="7224148" y="779602"/>
                </a:lnTo>
                <a:lnTo>
                  <a:pt x="7240722" y="879078"/>
                </a:lnTo>
                <a:lnTo>
                  <a:pt x="7257286" y="864342"/>
                </a:lnTo>
                <a:lnTo>
                  <a:pt x="7273848" y="698622"/>
                </a:lnTo>
                <a:lnTo>
                  <a:pt x="7290410" y="643103"/>
                </a:lnTo>
                <a:lnTo>
                  <a:pt x="7306983" y="653533"/>
                </a:lnTo>
                <a:lnTo>
                  <a:pt x="7323547" y="750796"/>
                </a:lnTo>
                <a:lnTo>
                  <a:pt x="7340109" y="929299"/>
                </a:lnTo>
                <a:lnTo>
                  <a:pt x="7356671" y="913449"/>
                </a:lnTo>
                <a:lnTo>
                  <a:pt x="7373246" y="768696"/>
                </a:lnTo>
                <a:lnTo>
                  <a:pt x="7389807" y="698495"/>
                </a:lnTo>
                <a:lnTo>
                  <a:pt x="7406371" y="692303"/>
                </a:lnTo>
                <a:lnTo>
                  <a:pt x="7422932" y="718836"/>
                </a:lnTo>
                <a:lnTo>
                  <a:pt x="7439506" y="821764"/>
                </a:lnTo>
                <a:lnTo>
                  <a:pt x="7456070" y="974999"/>
                </a:lnTo>
                <a:lnTo>
                  <a:pt x="7472632" y="1007404"/>
                </a:lnTo>
                <a:lnTo>
                  <a:pt x="7489195" y="923911"/>
                </a:lnTo>
                <a:lnTo>
                  <a:pt x="7505768" y="900793"/>
                </a:lnTo>
                <a:lnTo>
                  <a:pt x="7522330" y="904903"/>
                </a:lnTo>
                <a:lnTo>
                  <a:pt x="7538893" y="953087"/>
                </a:lnTo>
                <a:lnTo>
                  <a:pt x="7555455" y="1026574"/>
                </a:lnTo>
                <a:lnTo>
                  <a:pt x="7572030" y="1081876"/>
                </a:lnTo>
                <a:lnTo>
                  <a:pt x="7588591" y="1093892"/>
                </a:lnTo>
                <a:lnTo>
                  <a:pt x="7605155" y="1094003"/>
                </a:lnTo>
                <a:lnTo>
                  <a:pt x="7621718" y="1090626"/>
                </a:lnTo>
                <a:lnTo>
                  <a:pt x="7638290" y="1085267"/>
                </a:lnTo>
                <a:lnTo>
                  <a:pt x="7654853" y="1086317"/>
                </a:lnTo>
                <a:lnTo>
                  <a:pt x="7671415" y="1089144"/>
                </a:lnTo>
                <a:lnTo>
                  <a:pt x="7687979" y="1088081"/>
                </a:lnTo>
                <a:lnTo>
                  <a:pt x="7704552" y="1093350"/>
                </a:lnTo>
                <a:lnTo>
                  <a:pt x="7721115" y="1077287"/>
                </a:lnTo>
                <a:lnTo>
                  <a:pt x="7737678" y="1047797"/>
                </a:lnTo>
                <a:lnTo>
                  <a:pt x="7754239" y="1040999"/>
                </a:lnTo>
                <a:lnTo>
                  <a:pt x="7770812" y="1045041"/>
                </a:lnTo>
                <a:lnTo>
                  <a:pt x="7787375" y="1069978"/>
                </a:lnTo>
                <a:lnTo>
                  <a:pt x="7803937" y="1104151"/>
                </a:lnTo>
                <a:lnTo>
                  <a:pt x="7820501" y="1126681"/>
                </a:lnTo>
                <a:lnTo>
                  <a:pt x="7837075" y="1111856"/>
                </a:lnTo>
                <a:lnTo>
                  <a:pt x="7853637" y="1110235"/>
                </a:lnTo>
                <a:lnTo>
                  <a:pt x="7870198" y="1114659"/>
                </a:lnTo>
                <a:lnTo>
                  <a:pt x="7886760" y="1126805"/>
                </a:lnTo>
                <a:lnTo>
                  <a:pt x="7903336" y="1132082"/>
                </a:lnTo>
                <a:lnTo>
                  <a:pt x="7919897" y="1131136"/>
                </a:lnTo>
                <a:lnTo>
                  <a:pt x="7936461" y="1132535"/>
                </a:lnTo>
                <a:lnTo>
                  <a:pt x="7953023" y="1128359"/>
                </a:lnTo>
                <a:lnTo>
                  <a:pt x="7969597" y="1126279"/>
                </a:lnTo>
                <a:lnTo>
                  <a:pt x="7986160" y="1125834"/>
                </a:lnTo>
                <a:lnTo>
                  <a:pt x="8002721" y="1125946"/>
                </a:lnTo>
                <a:lnTo>
                  <a:pt x="8019286" y="1129027"/>
                </a:lnTo>
                <a:lnTo>
                  <a:pt x="8035857" y="1134840"/>
                </a:lnTo>
                <a:lnTo>
                  <a:pt x="8052421" y="1128589"/>
                </a:lnTo>
                <a:lnTo>
                  <a:pt x="8068985" y="1128119"/>
                </a:lnTo>
                <a:lnTo>
                  <a:pt x="8085545" y="1129691"/>
                </a:lnTo>
                <a:lnTo>
                  <a:pt x="8102120" y="1129843"/>
                </a:lnTo>
                <a:lnTo>
                  <a:pt x="8118682" y="1128793"/>
                </a:lnTo>
                <a:lnTo>
                  <a:pt x="8135244" y="1129811"/>
                </a:lnTo>
                <a:lnTo>
                  <a:pt x="8151807" y="1131820"/>
                </a:lnTo>
                <a:lnTo>
                  <a:pt x="8168381" y="1135015"/>
                </a:lnTo>
                <a:lnTo>
                  <a:pt x="8184944" y="1135857"/>
                </a:lnTo>
                <a:lnTo>
                  <a:pt x="8201507" y="1105811"/>
                </a:lnTo>
                <a:lnTo>
                  <a:pt x="8218069" y="978706"/>
                </a:lnTo>
                <a:lnTo>
                  <a:pt x="8234642" y="917879"/>
                </a:lnTo>
                <a:lnTo>
                  <a:pt x="8251205" y="763639"/>
                </a:lnTo>
                <a:lnTo>
                  <a:pt x="8267767" y="843088"/>
                </a:lnTo>
                <a:lnTo>
                  <a:pt x="8284330" y="967729"/>
                </a:lnTo>
                <a:lnTo>
                  <a:pt x="8300905" y="990434"/>
                </a:lnTo>
                <a:lnTo>
                  <a:pt x="8317465" y="813694"/>
                </a:lnTo>
                <a:lnTo>
                  <a:pt x="8334029" y="746537"/>
                </a:lnTo>
                <a:lnTo>
                  <a:pt x="8350592" y="742065"/>
                </a:lnTo>
                <a:lnTo>
                  <a:pt x="8367165" y="767997"/>
                </a:lnTo>
                <a:lnTo>
                  <a:pt x="8383727" y="893041"/>
                </a:lnTo>
                <a:lnTo>
                  <a:pt x="8400290" y="966541"/>
                </a:lnTo>
                <a:lnTo>
                  <a:pt x="8416850" y="859938"/>
                </a:lnTo>
                <a:lnTo>
                  <a:pt x="8433426" y="790443"/>
                </a:lnTo>
                <a:lnTo>
                  <a:pt x="8449988" y="781453"/>
                </a:lnTo>
                <a:lnTo>
                  <a:pt x="8466551" y="799665"/>
                </a:lnTo>
                <a:lnTo>
                  <a:pt x="8483113" y="885278"/>
                </a:lnTo>
                <a:lnTo>
                  <a:pt x="8499687" y="1008793"/>
                </a:lnTo>
                <a:lnTo>
                  <a:pt x="8516250" y="1045471"/>
                </a:lnTo>
                <a:lnTo>
                  <a:pt x="8532811" y="974900"/>
                </a:lnTo>
                <a:lnTo>
                  <a:pt x="8549375" y="955092"/>
                </a:lnTo>
                <a:lnTo>
                  <a:pt x="8565950" y="958172"/>
                </a:lnTo>
                <a:lnTo>
                  <a:pt x="8582511" y="994540"/>
                </a:lnTo>
                <a:lnTo>
                  <a:pt x="8599073" y="1051658"/>
                </a:lnTo>
                <a:lnTo>
                  <a:pt x="8615634" y="1107438"/>
                </a:lnTo>
                <a:lnTo>
                  <a:pt x="8632211" y="1130959"/>
                </a:lnTo>
                <a:lnTo>
                  <a:pt x="8648772" y="1109269"/>
                </a:lnTo>
                <a:lnTo>
                  <a:pt x="8665335" y="1092051"/>
                </a:lnTo>
                <a:lnTo>
                  <a:pt x="8681897" y="1093837"/>
                </a:lnTo>
                <a:lnTo>
                  <a:pt x="8698470" y="1120816"/>
                </a:lnTo>
                <a:lnTo>
                  <a:pt x="8715034" y="1109129"/>
                </a:lnTo>
                <a:lnTo>
                  <a:pt x="8731596" y="1097439"/>
                </a:lnTo>
                <a:lnTo>
                  <a:pt x="8748159" y="1084579"/>
                </a:lnTo>
                <a:lnTo>
                  <a:pt x="8764733" y="1081963"/>
                </a:lnTo>
                <a:lnTo>
                  <a:pt x="8781295" y="1085106"/>
                </a:lnTo>
                <a:lnTo>
                  <a:pt x="8797859" y="1081549"/>
                </a:lnTo>
                <a:lnTo>
                  <a:pt x="8814420" y="1080569"/>
                </a:lnTo>
                <a:lnTo>
                  <a:pt x="8830994" y="1089965"/>
                </a:lnTo>
                <a:lnTo>
                  <a:pt x="8847556" y="1115850"/>
                </a:lnTo>
                <a:lnTo>
                  <a:pt x="8864119" y="1125512"/>
                </a:lnTo>
                <a:lnTo>
                  <a:pt x="8880682" y="1109910"/>
                </a:lnTo>
                <a:lnTo>
                  <a:pt x="8897254" y="1097421"/>
                </a:lnTo>
                <a:lnTo>
                  <a:pt x="8913817" y="1094084"/>
                </a:lnTo>
                <a:lnTo>
                  <a:pt x="8930380" y="1094377"/>
                </a:lnTo>
                <a:lnTo>
                  <a:pt x="8946942" y="1101220"/>
                </a:lnTo>
                <a:lnTo>
                  <a:pt x="8963516" y="1115732"/>
                </a:lnTo>
                <a:lnTo>
                  <a:pt x="8980079" y="1127760"/>
                </a:lnTo>
                <a:lnTo>
                  <a:pt x="8996640" y="1120981"/>
                </a:lnTo>
                <a:lnTo>
                  <a:pt x="9013204" y="1118480"/>
                </a:lnTo>
                <a:lnTo>
                  <a:pt x="9029777" y="1117866"/>
                </a:lnTo>
                <a:lnTo>
                  <a:pt x="9046342" y="1114823"/>
                </a:lnTo>
                <a:lnTo>
                  <a:pt x="9062901" y="1114243"/>
                </a:lnTo>
                <a:lnTo>
                  <a:pt x="9079465" y="1117800"/>
                </a:lnTo>
                <a:lnTo>
                  <a:pt x="9096039" y="1128672"/>
                </a:lnTo>
                <a:lnTo>
                  <a:pt x="9112601" y="1137732"/>
                </a:lnTo>
                <a:lnTo>
                  <a:pt x="9129164" y="1128225"/>
                </a:lnTo>
                <a:lnTo>
                  <a:pt x="9145725" y="1120305"/>
                </a:lnTo>
                <a:lnTo>
                  <a:pt x="9162302" y="1114942"/>
                </a:lnTo>
                <a:lnTo>
                  <a:pt x="9178862" y="1113584"/>
                </a:lnTo>
                <a:lnTo>
                  <a:pt x="9195425" y="1114309"/>
                </a:lnTo>
                <a:lnTo>
                  <a:pt x="9211987" y="1120994"/>
                </a:lnTo>
                <a:lnTo>
                  <a:pt x="9228561" y="1131636"/>
                </a:lnTo>
                <a:lnTo>
                  <a:pt x="9245125" y="1107114"/>
                </a:lnTo>
                <a:lnTo>
                  <a:pt x="9261685" y="1033808"/>
                </a:lnTo>
                <a:lnTo>
                  <a:pt x="9278248" y="954659"/>
                </a:lnTo>
                <a:lnTo>
                  <a:pt x="9294823" y="898246"/>
                </a:lnTo>
                <a:lnTo>
                  <a:pt x="9311386" y="991574"/>
                </a:lnTo>
                <a:lnTo>
                  <a:pt x="9327948" y="1015609"/>
                </a:lnTo>
                <a:lnTo>
                  <a:pt x="9344508" y="984323"/>
                </a:lnTo>
                <a:lnTo>
                  <a:pt x="9361085" y="877573"/>
                </a:lnTo>
                <a:lnTo>
                  <a:pt x="9377646" y="852429"/>
                </a:lnTo>
                <a:lnTo>
                  <a:pt x="9394209" y="857585"/>
                </a:lnTo>
                <a:lnTo>
                  <a:pt x="9410771" y="919961"/>
                </a:lnTo>
                <a:lnTo>
                  <a:pt x="9427345" y="1045079"/>
                </a:lnTo>
                <a:lnTo>
                  <a:pt x="9443907" y="940540"/>
                </a:lnTo>
                <a:lnTo>
                  <a:pt x="9460470" y="876282"/>
                </a:lnTo>
                <a:lnTo>
                  <a:pt x="9477032" y="868904"/>
                </a:lnTo>
                <a:lnTo>
                  <a:pt x="9493607" y="883481"/>
                </a:lnTo>
                <a:lnTo>
                  <a:pt x="9510168" y="947158"/>
                </a:lnTo>
                <a:lnTo>
                  <a:pt x="9526732" y="1042776"/>
                </a:lnTo>
                <a:lnTo>
                  <a:pt x="9543295" y="1057552"/>
                </a:lnTo>
                <a:lnTo>
                  <a:pt x="9559867" y="1012696"/>
                </a:lnTo>
                <a:lnTo>
                  <a:pt x="9576430" y="1003356"/>
                </a:lnTo>
                <a:lnTo>
                  <a:pt x="9592992" y="1007037"/>
                </a:lnTo>
                <a:lnTo>
                  <a:pt x="9609556" y="1035603"/>
                </a:lnTo>
                <a:lnTo>
                  <a:pt x="9626128" y="1075531"/>
                </a:lnTo>
                <a:lnTo>
                  <a:pt x="9642691" y="1112488"/>
                </a:lnTo>
                <a:lnTo>
                  <a:pt x="9659255" y="1128972"/>
                </a:lnTo>
                <a:lnTo>
                  <a:pt x="9675816" y="1117190"/>
                </a:lnTo>
                <a:lnTo>
                  <a:pt x="9692391" y="1113503"/>
                </a:lnTo>
                <a:lnTo>
                  <a:pt x="9708953" y="1114167"/>
                </a:lnTo>
                <a:lnTo>
                  <a:pt x="9725515" y="1115912"/>
                </a:lnTo>
                <a:lnTo>
                  <a:pt x="9742078" y="1096761"/>
                </a:lnTo>
                <a:lnTo>
                  <a:pt x="9758651" y="1087736"/>
                </a:lnTo>
                <a:lnTo>
                  <a:pt x="9775215" y="1088032"/>
                </a:lnTo>
                <a:lnTo>
                  <a:pt x="9791776" y="1098492"/>
                </a:lnTo>
                <a:lnTo>
                  <a:pt x="9808340" y="1115582"/>
                </a:lnTo>
                <a:lnTo>
                  <a:pt x="9824914" y="1129917"/>
                </a:lnTo>
                <a:lnTo>
                  <a:pt x="9841475" y="1114648"/>
                </a:lnTo>
                <a:lnTo>
                  <a:pt x="9858037" y="1107678"/>
                </a:lnTo>
                <a:lnTo>
                  <a:pt x="9874599" y="1107425"/>
                </a:lnTo>
                <a:lnTo>
                  <a:pt x="9891176" y="1110737"/>
                </a:lnTo>
                <a:lnTo>
                  <a:pt x="9907738" y="1117697"/>
                </a:lnTo>
                <a:lnTo>
                  <a:pt x="9924299" y="1125788"/>
                </a:lnTo>
                <a:lnTo>
                  <a:pt x="9940862" y="1130575"/>
                </a:lnTo>
                <a:lnTo>
                  <a:pt x="9957435" y="1122825"/>
                </a:lnTo>
                <a:lnTo>
                  <a:pt x="9973998" y="1117510"/>
                </a:lnTo>
                <a:lnTo>
                  <a:pt x="9990560" y="1116545"/>
                </a:lnTo>
                <a:lnTo>
                  <a:pt x="10007120" y="1119034"/>
                </a:lnTo>
                <a:lnTo>
                  <a:pt x="10023697" y="1126933"/>
                </a:lnTo>
                <a:lnTo>
                  <a:pt x="10040259" y="1132884"/>
                </a:lnTo>
                <a:lnTo>
                  <a:pt x="10056822" y="1135845"/>
                </a:lnTo>
                <a:lnTo>
                  <a:pt x="10073384" y="1137146"/>
                </a:lnTo>
                <a:lnTo>
                  <a:pt x="10089956" y="1127445"/>
                </a:lnTo>
                <a:lnTo>
                  <a:pt x="10106520" y="1125791"/>
                </a:lnTo>
                <a:lnTo>
                  <a:pt x="10123082" y="1125914"/>
                </a:lnTo>
                <a:lnTo>
                  <a:pt x="10139645" y="1121574"/>
                </a:lnTo>
                <a:lnTo>
                  <a:pt x="10156219" y="1120019"/>
                </a:lnTo>
                <a:lnTo>
                  <a:pt x="10172782" y="1121548"/>
                </a:lnTo>
                <a:lnTo>
                  <a:pt x="10189345" y="1130589"/>
                </a:lnTo>
                <a:lnTo>
                  <a:pt x="10205906" y="1134442"/>
                </a:lnTo>
                <a:lnTo>
                  <a:pt x="10222480" y="1130445"/>
                </a:lnTo>
                <a:lnTo>
                  <a:pt x="10239042" y="1125972"/>
                </a:lnTo>
                <a:lnTo>
                  <a:pt x="10255606" y="1123491"/>
                </a:lnTo>
                <a:lnTo>
                  <a:pt x="10272169" y="1123533"/>
                </a:lnTo>
                <a:lnTo>
                  <a:pt x="10288743" y="1126025"/>
                </a:lnTo>
                <a:lnTo>
                  <a:pt x="10305305" y="1109625"/>
                </a:lnTo>
                <a:lnTo>
                  <a:pt x="10321867" y="1076201"/>
                </a:lnTo>
                <a:lnTo>
                  <a:pt x="10338429" y="997922"/>
                </a:lnTo>
                <a:lnTo>
                  <a:pt x="10355004" y="974058"/>
                </a:lnTo>
                <a:lnTo>
                  <a:pt x="10371565" y="1063943"/>
                </a:lnTo>
                <a:lnTo>
                  <a:pt x="10388129" y="1047336"/>
                </a:lnTo>
                <a:lnTo>
                  <a:pt x="10404690" y="1014286"/>
                </a:lnTo>
                <a:lnTo>
                  <a:pt x="10421265" y="961377"/>
                </a:lnTo>
                <a:lnTo>
                  <a:pt x="10437827" y="953834"/>
                </a:lnTo>
                <a:lnTo>
                  <a:pt x="10454388" y="966855"/>
                </a:lnTo>
                <a:lnTo>
                  <a:pt x="10470952" y="1029127"/>
                </a:lnTo>
                <a:lnTo>
                  <a:pt x="10487525" y="1061634"/>
                </a:lnTo>
                <a:lnTo>
                  <a:pt x="10504087" y="997516"/>
                </a:lnTo>
                <a:lnTo>
                  <a:pt x="10520651" y="970552"/>
                </a:lnTo>
                <a:lnTo>
                  <a:pt x="10537212" y="969476"/>
                </a:lnTo>
              </a:path>
            </a:pathLst>
          </a:custGeom>
          <a:noFill/>
          <a:ln w="11430">
            <a:solidFill>
              <a:srgbClr val="F2F0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691640"/>
            <a:ext cx="2743200" cy="274320"/>
          </a:xfrm>
          <a:prstGeom prst="rect">
            <a:avLst/>
          </a:prstGeom>
          <a:noFill/>
        </p:spPr>
        <p:txBody>
          <a:bodyPr wrap="square" lIns="0" rIns="0" tIns="0" bIns="0" anchor="t">
            <a:spAutoFit/>
          </a:bodyPr>
          <a:lstStyle/>
          <a:p>
            <a:pPr algn="l"/>
            <a:r>
              <a:rPr sz="1000">
                <a:solidFill>
                  <a:srgbClr val="9A9894"/>
                </a:solidFill>
                <a:latin typeface="Fragment Mono"/>
              </a:rPr>
              <a:t>TAPS</a:t>
            </a:r>
          </a:p>
        </p:txBody>
      </p:sp>
      <p:cxnSp>
        <p:nvCxnSpPr>
          <p:cNvPr id="6" name="Connector 5"/>
          <p:cNvCxnSpPr/>
          <p:nvPr/>
        </p:nvCxnSpPr>
        <p:spPr>
          <a:xfrm>
            <a:off x="822960" y="4480560"/>
            <a:ext cx="10545775"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7" name="Freeform 6"/>
          <p:cNvSpPr/>
          <p:nvPr/>
        </p:nvSpPr>
        <p:spPr>
          <a:xfrm>
            <a:off x="831377" y="3562479"/>
            <a:ext cx="10537358" cy="908763"/>
          </a:xfrm>
          <a:custGeom>
            <a:avLst/>
            <a:gdLst/>
            <a:ahLst/>
            <a:cxnLst/>
            <a:rect l="l" t="t" r="r" b="b"/>
            <a:pathLst>
              <a:path w="10537358" h="908763">
                <a:moveTo>
                  <a:pt x="0" y="812150"/>
                </a:moveTo>
                <a:lnTo>
                  <a:pt x="19890" y="823328"/>
                </a:lnTo>
                <a:lnTo>
                  <a:pt x="39759" y="840187"/>
                </a:lnTo>
                <a:lnTo>
                  <a:pt x="59648" y="831985"/>
                </a:lnTo>
                <a:lnTo>
                  <a:pt x="79517" y="835496"/>
                </a:lnTo>
                <a:lnTo>
                  <a:pt x="99405" y="871422"/>
                </a:lnTo>
                <a:lnTo>
                  <a:pt x="119272" y="849534"/>
                </a:lnTo>
                <a:lnTo>
                  <a:pt x="139163" y="852052"/>
                </a:lnTo>
                <a:lnTo>
                  <a:pt x="159032" y="878868"/>
                </a:lnTo>
                <a:lnTo>
                  <a:pt x="178919" y="863450"/>
                </a:lnTo>
                <a:lnTo>
                  <a:pt x="198788" y="854523"/>
                </a:lnTo>
                <a:lnTo>
                  <a:pt x="218675" y="864346"/>
                </a:lnTo>
                <a:lnTo>
                  <a:pt x="238542" y="876087"/>
                </a:lnTo>
                <a:lnTo>
                  <a:pt x="258434" y="870650"/>
                </a:lnTo>
                <a:lnTo>
                  <a:pt x="278304" y="875156"/>
                </a:lnTo>
                <a:lnTo>
                  <a:pt x="298191" y="878338"/>
                </a:lnTo>
                <a:lnTo>
                  <a:pt x="318062" y="867475"/>
                </a:lnTo>
                <a:lnTo>
                  <a:pt x="337946" y="867561"/>
                </a:lnTo>
                <a:lnTo>
                  <a:pt x="357816" y="880679"/>
                </a:lnTo>
                <a:lnTo>
                  <a:pt x="377706" y="844124"/>
                </a:lnTo>
                <a:lnTo>
                  <a:pt x="397574" y="814984"/>
                </a:lnTo>
                <a:lnTo>
                  <a:pt x="417465" y="811231"/>
                </a:lnTo>
                <a:lnTo>
                  <a:pt x="437332" y="821874"/>
                </a:lnTo>
                <a:lnTo>
                  <a:pt x="457219" y="860182"/>
                </a:lnTo>
                <a:lnTo>
                  <a:pt x="477090" y="892649"/>
                </a:lnTo>
                <a:lnTo>
                  <a:pt x="496976" y="881595"/>
                </a:lnTo>
                <a:lnTo>
                  <a:pt x="516847" y="871891"/>
                </a:lnTo>
                <a:lnTo>
                  <a:pt x="536737" y="871797"/>
                </a:lnTo>
                <a:lnTo>
                  <a:pt x="556604" y="878683"/>
                </a:lnTo>
                <a:lnTo>
                  <a:pt x="576491" y="882740"/>
                </a:lnTo>
                <a:lnTo>
                  <a:pt x="596360" y="882621"/>
                </a:lnTo>
                <a:lnTo>
                  <a:pt x="616248" y="893204"/>
                </a:lnTo>
                <a:lnTo>
                  <a:pt x="636120" y="875139"/>
                </a:lnTo>
                <a:lnTo>
                  <a:pt x="656007" y="862501"/>
                </a:lnTo>
                <a:lnTo>
                  <a:pt x="675874" y="858229"/>
                </a:lnTo>
                <a:lnTo>
                  <a:pt x="695763" y="852518"/>
                </a:lnTo>
                <a:lnTo>
                  <a:pt x="715632" y="852181"/>
                </a:lnTo>
                <a:lnTo>
                  <a:pt x="735520" y="858964"/>
                </a:lnTo>
                <a:lnTo>
                  <a:pt x="755391" y="875002"/>
                </a:lnTo>
                <a:lnTo>
                  <a:pt x="775279" y="896165"/>
                </a:lnTo>
                <a:lnTo>
                  <a:pt x="795145" y="893159"/>
                </a:lnTo>
                <a:lnTo>
                  <a:pt x="815036" y="890109"/>
                </a:lnTo>
                <a:lnTo>
                  <a:pt x="834902" y="874468"/>
                </a:lnTo>
                <a:lnTo>
                  <a:pt x="854793" y="872064"/>
                </a:lnTo>
                <a:lnTo>
                  <a:pt x="874661" y="879262"/>
                </a:lnTo>
                <a:lnTo>
                  <a:pt x="894547" y="877876"/>
                </a:lnTo>
                <a:lnTo>
                  <a:pt x="914419" y="861599"/>
                </a:lnTo>
                <a:lnTo>
                  <a:pt x="934305" y="861643"/>
                </a:lnTo>
                <a:lnTo>
                  <a:pt x="954175" y="874601"/>
                </a:lnTo>
                <a:lnTo>
                  <a:pt x="974066" y="890634"/>
                </a:lnTo>
                <a:lnTo>
                  <a:pt x="993933" y="891885"/>
                </a:lnTo>
                <a:lnTo>
                  <a:pt x="1013821" y="894964"/>
                </a:lnTo>
                <a:lnTo>
                  <a:pt x="1033689" y="881972"/>
                </a:lnTo>
                <a:lnTo>
                  <a:pt x="1053577" y="873032"/>
                </a:lnTo>
                <a:lnTo>
                  <a:pt x="1073447" y="876169"/>
                </a:lnTo>
                <a:lnTo>
                  <a:pt x="1093336" y="853819"/>
                </a:lnTo>
                <a:lnTo>
                  <a:pt x="1113205" y="844339"/>
                </a:lnTo>
                <a:lnTo>
                  <a:pt x="1133092" y="845579"/>
                </a:lnTo>
                <a:lnTo>
                  <a:pt x="1152959" y="839263"/>
                </a:lnTo>
                <a:lnTo>
                  <a:pt x="1172851" y="826021"/>
                </a:lnTo>
                <a:lnTo>
                  <a:pt x="1192720" y="826626"/>
                </a:lnTo>
                <a:lnTo>
                  <a:pt x="1212609" y="841556"/>
                </a:lnTo>
                <a:lnTo>
                  <a:pt x="1232477" y="820128"/>
                </a:lnTo>
                <a:lnTo>
                  <a:pt x="1252364" y="821245"/>
                </a:lnTo>
                <a:lnTo>
                  <a:pt x="1272232" y="851552"/>
                </a:lnTo>
                <a:lnTo>
                  <a:pt x="1292121" y="818921"/>
                </a:lnTo>
                <a:lnTo>
                  <a:pt x="1311991" y="806923"/>
                </a:lnTo>
                <a:lnTo>
                  <a:pt x="1331879" y="813886"/>
                </a:lnTo>
                <a:lnTo>
                  <a:pt x="1351750" y="857970"/>
                </a:lnTo>
                <a:lnTo>
                  <a:pt x="1371636" y="846987"/>
                </a:lnTo>
                <a:lnTo>
                  <a:pt x="1391506" y="838861"/>
                </a:lnTo>
                <a:lnTo>
                  <a:pt x="1411392" y="819621"/>
                </a:lnTo>
                <a:lnTo>
                  <a:pt x="1431262" y="771399"/>
                </a:lnTo>
                <a:lnTo>
                  <a:pt x="1451152" y="769545"/>
                </a:lnTo>
                <a:lnTo>
                  <a:pt x="1471021" y="800826"/>
                </a:lnTo>
                <a:lnTo>
                  <a:pt x="1490907" y="768270"/>
                </a:lnTo>
                <a:lnTo>
                  <a:pt x="1510777" y="764531"/>
                </a:lnTo>
                <a:lnTo>
                  <a:pt x="1530666" y="790211"/>
                </a:lnTo>
                <a:lnTo>
                  <a:pt x="1550534" y="846704"/>
                </a:lnTo>
                <a:lnTo>
                  <a:pt x="1570424" y="852191"/>
                </a:lnTo>
                <a:lnTo>
                  <a:pt x="1590291" y="822532"/>
                </a:lnTo>
                <a:lnTo>
                  <a:pt x="1610181" y="820354"/>
                </a:lnTo>
                <a:lnTo>
                  <a:pt x="1630048" y="817363"/>
                </a:lnTo>
                <a:lnTo>
                  <a:pt x="1649936" y="801354"/>
                </a:lnTo>
                <a:lnTo>
                  <a:pt x="1669805" y="800774"/>
                </a:lnTo>
                <a:lnTo>
                  <a:pt x="1689695" y="814676"/>
                </a:lnTo>
                <a:lnTo>
                  <a:pt x="1709563" y="847489"/>
                </a:lnTo>
                <a:lnTo>
                  <a:pt x="1729453" y="813192"/>
                </a:lnTo>
                <a:lnTo>
                  <a:pt x="1749320" y="750866"/>
                </a:lnTo>
                <a:lnTo>
                  <a:pt x="1769208" y="689264"/>
                </a:lnTo>
                <a:lnTo>
                  <a:pt x="1789078" y="627053"/>
                </a:lnTo>
                <a:lnTo>
                  <a:pt x="1808966" y="541065"/>
                </a:lnTo>
                <a:lnTo>
                  <a:pt x="1828837" y="504097"/>
                </a:lnTo>
                <a:lnTo>
                  <a:pt x="1848723" y="513509"/>
                </a:lnTo>
                <a:lnTo>
                  <a:pt x="1868593" y="669845"/>
                </a:lnTo>
                <a:lnTo>
                  <a:pt x="1888480" y="592424"/>
                </a:lnTo>
                <a:lnTo>
                  <a:pt x="1908348" y="568393"/>
                </a:lnTo>
                <a:lnTo>
                  <a:pt x="1928238" y="635313"/>
                </a:lnTo>
                <a:lnTo>
                  <a:pt x="1948107" y="649311"/>
                </a:lnTo>
                <a:lnTo>
                  <a:pt x="1967996" y="565441"/>
                </a:lnTo>
                <a:lnTo>
                  <a:pt x="1987865" y="592727"/>
                </a:lnTo>
                <a:lnTo>
                  <a:pt x="2007753" y="620772"/>
                </a:lnTo>
                <a:lnTo>
                  <a:pt x="2027620" y="540431"/>
                </a:lnTo>
                <a:lnTo>
                  <a:pt x="2047512" y="597766"/>
                </a:lnTo>
                <a:lnTo>
                  <a:pt x="2067376" y="815360"/>
                </a:lnTo>
                <a:lnTo>
                  <a:pt x="2087267" y="819072"/>
                </a:lnTo>
                <a:lnTo>
                  <a:pt x="2107138" y="748464"/>
                </a:lnTo>
                <a:lnTo>
                  <a:pt x="2127024" y="676731"/>
                </a:lnTo>
                <a:lnTo>
                  <a:pt x="2146893" y="621697"/>
                </a:lnTo>
                <a:lnTo>
                  <a:pt x="2166782" y="576061"/>
                </a:lnTo>
                <a:lnTo>
                  <a:pt x="2186651" y="561339"/>
                </a:lnTo>
                <a:lnTo>
                  <a:pt x="2206538" y="564402"/>
                </a:lnTo>
                <a:lnTo>
                  <a:pt x="2226408" y="601078"/>
                </a:lnTo>
                <a:lnTo>
                  <a:pt x="2246297" y="619556"/>
                </a:lnTo>
                <a:lnTo>
                  <a:pt x="2266166" y="568866"/>
                </a:lnTo>
                <a:lnTo>
                  <a:pt x="2286055" y="534963"/>
                </a:lnTo>
                <a:lnTo>
                  <a:pt x="2305922" y="469388"/>
                </a:lnTo>
                <a:lnTo>
                  <a:pt x="2325810" y="389005"/>
                </a:lnTo>
                <a:lnTo>
                  <a:pt x="2345678" y="355627"/>
                </a:lnTo>
                <a:lnTo>
                  <a:pt x="2365569" y="354997"/>
                </a:lnTo>
                <a:lnTo>
                  <a:pt x="2385438" y="385157"/>
                </a:lnTo>
                <a:lnTo>
                  <a:pt x="2405325" y="540806"/>
                </a:lnTo>
                <a:lnTo>
                  <a:pt x="2425193" y="584001"/>
                </a:lnTo>
                <a:lnTo>
                  <a:pt x="2445083" y="573030"/>
                </a:lnTo>
                <a:lnTo>
                  <a:pt x="2464951" y="591942"/>
                </a:lnTo>
                <a:lnTo>
                  <a:pt x="2484844" y="573102"/>
                </a:lnTo>
                <a:lnTo>
                  <a:pt x="2504708" y="570939"/>
                </a:lnTo>
                <a:lnTo>
                  <a:pt x="2524596" y="566873"/>
                </a:lnTo>
                <a:lnTo>
                  <a:pt x="2544468" y="568160"/>
                </a:lnTo>
                <a:lnTo>
                  <a:pt x="2564353" y="682094"/>
                </a:lnTo>
                <a:lnTo>
                  <a:pt x="2584223" y="658948"/>
                </a:lnTo>
                <a:lnTo>
                  <a:pt x="2604112" y="641084"/>
                </a:lnTo>
                <a:lnTo>
                  <a:pt x="2623982" y="738189"/>
                </a:lnTo>
                <a:lnTo>
                  <a:pt x="2643869" y="592434"/>
                </a:lnTo>
                <a:lnTo>
                  <a:pt x="2663737" y="445161"/>
                </a:lnTo>
                <a:lnTo>
                  <a:pt x="2683623" y="265426"/>
                </a:lnTo>
                <a:lnTo>
                  <a:pt x="2703497" y="52891"/>
                </a:lnTo>
                <a:lnTo>
                  <a:pt x="2723383" y="0"/>
                </a:lnTo>
                <a:lnTo>
                  <a:pt x="2743253" y="61909"/>
                </a:lnTo>
                <a:lnTo>
                  <a:pt x="2763143" y="260634"/>
                </a:lnTo>
                <a:lnTo>
                  <a:pt x="2783007" y="241842"/>
                </a:lnTo>
                <a:lnTo>
                  <a:pt x="2802899" y="366930"/>
                </a:lnTo>
                <a:lnTo>
                  <a:pt x="2822768" y="661780"/>
                </a:lnTo>
                <a:lnTo>
                  <a:pt x="2842656" y="612523"/>
                </a:lnTo>
                <a:lnTo>
                  <a:pt x="2862524" y="613511"/>
                </a:lnTo>
                <a:lnTo>
                  <a:pt x="2882412" y="660619"/>
                </a:lnTo>
                <a:lnTo>
                  <a:pt x="2902281" y="697108"/>
                </a:lnTo>
                <a:lnTo>
                  <a:pt x="2922174" y="565935"/>
                </a:lnTo>
                <a:lnTo>
                  <a:pt x="2942039" y="430921"/>
                </a:lnTo>
                <a:lnTo>
                  <a:pt x="2961927" y="394468"/>
                </a:lnTo>
                <a:lnTo>
                  <a:pt x="2981797" y="518788"/>
                </a:lnTo>
                <a:lnTo>
                  <a:pt x="3001683" y="788365"/>
                </a:lnTo>
                <a:lnTo>
                  <a:pt x="3021554" y="799790"/>
                </a:lnTo>
                <a:lnTo>
                  <a:pt x="3041441" y="597680"/>
                </a:lnTo>
                <a:lnTo>
                  <a:pt x="3061312" y="559254"/>
                </a:lnTo>
                <a:lnTo>
                  <a:pt x="3081200" y="622263"/>
                </a:lnTo>
                <a:lnTo>
                  <a:pt x="3101068" y="705154"/>
                </a:lnTo>
                <a:lnTo>
                  <a:pt x="3120954" y="649078"/>
                </a:lnTo>
                <a:lnTo>
                  <a:pt x="3140827" y="620417"/>
                </a:lnTo>
                <a:lnTo>
                  <a:pt x="3160713" y="619160"/>
                </a:lnTo>
                <a:lnTo>
                  <a:pt x="3180585" y="634887"/>
                </a:lnTo>
                <a:lnTo>
                  <a:pt x="3200473" y="707799"/>
                </a:lnTo>
                <a:lnTo>
                  <a:pt x="3220339" y="647276"/>
                </a:lnTo>
                <a:lnTo>
                  <a:pt x="3240229" y="591713"/>
                </a:lnTo>
                <a:lnTo>
                  <a:pt x="3260096" y="581826"/>
                </a:lnTo>
                <a:lnTo>
                  <a:pt x="3279987" y="583773"/>
                </a:lnTo>
                <a:lnTo>
                  <a:pt x="3299855" y="616891"/>
                </a:lnTo>
                <a:lnTo>
                  <a:pt x="3319744" y="685920"/>
                </a:lnTo>
                <a:lnTo>
                  <a:pt x="3339614" y="773853"/>
                </a:lnTo>
                <a:lnTo>
                  <a:pt x="3359500" y="696476"/>
                </a:lnTo>
                <a:lnTo>
                  <a:pt x="3379370" y="665769"/>
                </a:lnTo>
                <a:lnTo>
                  <a:pt x="3399258" y="661427"/>
                </a:lnTo>
                <a:lnTo>
                  <a:pt x="3419129" y="669628"/>
                </a:lnTo>
                <a:lnTo>
                  <a:pt x="3439014" y="702913"/>
                </a:lnTo>
                <a:lnTo>
                  <a:pt x="3458885" y="714844"/>
                </a:lnTo>
                <a:lnTo>
                  <a:pt x="3478771" y="727774"/>
                </a:lnTo>
                <a:lnTo>
                  <a:pt x="3498642" y="767425"/>
                </a:lnTo>
                <a:lnTo>
                  <a:pt x="3518531" y="803616"/>
                </a:lnTo>
                <a:lnTo>
                  <a:pt x="3538398" y="809264"/>
                </a:lnTo>
                <a:lnTo>
                  <a:pt x="3558286" y="809586"/>
                </a:lnTo>
                <a:lnTo>
                  <a:pt x="3578157" y="820980"/>
                </a:lnTo>
                <a:lnTo>
                  <a:pt x="3598044" y="827790"/>
                </a:lnTo>
                <a:lnTo>
                  <a:pt x="3617911" y="824484"/>
                </a:lnTo>
                <a:lnTo>
                  <a:pt x="3637801" y="829273"/>
                </a:lnTo>
                <a:lnTo>
                  <a:pt x="3657670" y="860292"/>
                </a:lnTo>
                <a:lnTo>
                  <a:pt x="3677560" y="866010"/>
                </a:lnTo>
                <a:lnTo>
                  <a:pt x="3695773" y="823844"/>
                </a:lnTo>
                <a:lnTo>
                  <a:pt x="3712338" y="797347"/>
                </a:lnTo>
                <a:lnTo>
                  <a:pt x="3728911" y="783913"/>
                </a:lnTo>
                <a:lnTo>
                  <a:pt x="3745475" y="782739"/>
                </a:lnTo>
                <a:lnTo>
                  <a:pt x="3762036" y="789287"/>
                </a:lnTo>
                <a:lnTo>
                  <a:pt x="3778601" y="815639"/>
                </a:lnTo>
                <a:lnTo>
                  <a:pt x="3795172" y="848555"/>
                </a:lnTo>
                <a:lnTo>
                  <a:pt x="3811736" y="868597"/>
                </a:lnTo>
                <a:lnTo>
                  <a:pt x="3828301" y="884995"/>
                </a:lnTo>
                <a:lnTo>
                  <a:pt x="3844862" y="862420"/>
                </a:lnTo>
                <a:lnTo>
                  <a:pt x="3861438" y="835438"/>
                </a:lnTo>
                <a:lnTo>
                  <a:pt x="3877998" y="817656"/>
                </a:lnTo>
                <a:lnTo>
                  <a:pt x="3894563" y="800649"/>
                </a:lnTo>
                <a:lnTo>
                  <a:pt x="3911121" y="790929"/>
                </a:lnTo>
                <a:lnTo>
                  <a:pt x="3927700" y="790935"/>
                </a:lnTo>
                <a:lnTo>
                  <a:pt x="3944260" y="800189"/>
                </a:lnTo>
                <a:lnTo>
                  <a:pt x="3960825" y="821896"/>
                </a:lnTo>
                <a:lnTo>
                  <a:pt x="3977386" y="851843"/>
                </a:lnTo>
                <a:lnTo>
                  <a:pt x="3993961" y="832511"/>
                </a:lnTo>
                <a:lnTo>
                  <a:pt x="4010524" y="722203"/>
                </a:lnTo>
                <a:lnTo>
                  <a:pt x="4027086" y="625663"/>
                </a:lnTo>
                <a:lnTo>
                  <a:pt x="4043648" y="590776"/>
                </a:lnTo>
                <a:lnTo>
                  <a:pt x="4060220" y="590845"/>
                </a:lnTo>
                <a:lnTo>
                  <a:pt x="4076784" y="614081"/>
                </a:lnTo>
                <a:lnTo>
                  <a:pt x="4093348" y="656726"/>
                </a:lnTo>
                <a:lnTo>
                  <a:pt x="4109912" y="718869"/>
                </a:lnTo>
                <a:lnTo>
                  <a:pt x="4126485" y="748168"/>
                </a:lnTo>
                <a:lnTo>
                  <a:pt x="4143047" y="640406"/>
                </a:lnTo>
                <a:lnTo>
                  <a:pt x="4159611" y="547799"/>
                </a:lnTo>
                <a:lnTo>
                  <a:pt x="4176171" y="524663"/>
                </a:lnTo>
                <a:lnTo>
                  <a:pt x="4192747" y="532361"/>
                </a:lnTo>
                <a:lnTo>
                  <a:pt x="4209310" y="586485"/>
                </a:lnTo>
                <a:lnTo>
                  <a:pt x="4225873" y="659643"/>
                </a:lnTo>
                <a:lnTo>
                  <a:pt x="4242434" y="750978"/>
                </a:lnTo>
                <a:lnTo>
                  <a:pt x="4259010" y="848246"/>
                </a:lnTo>
                <a:lnTo>
                  <a:pt x="4275573" y="783280"/>
                </a:lnTo>
                <a:lnTo>
                  <a:pt x="4292136" y="732340"/>
                </a:lnTo>
                <a:lnTo>
                  <a:pt x="4308698" y="701910"/>
                </a:lnTo>
                <a:lnTo>
                  <a:pt x="4325273" y="692241"/>
                </a:lnTo>
                <a:lnTo>
                  <a:pt x="4341833" y="693776"/>
                </a:lnTo>
                <a:lnTo>
                  <a:pt x="4358397" y="720734"/>
                </a:lnTo>
                <a:lnTo>
                  <a:pt x="4374961" y="745787"/>
                </a:lnTo>
                <a:lnTo>
                  <a:pt x="4391533" y="702921"/>
                </a:lnTo>
                <a:lnTo>
                  <a:pt x="4408097" y="667544"/>
                </a:lnTo>
                <a:lnTo>
                  <a:pt x="4424658" y="649897"/>
                </a:lnTo>
                <a:lnTo>
                  <a:pt x="4441224" y="607266"/>
                </a:lnTo>
                <a:lnTo>
                  <a:pt x="4457794" y="500444"/>
                </a:lnTo>
                <a:lnTo>
                  <a:pt x="4474360" y="358546"/>
                </a:lnTo>
                <a:lnTo>
                  <a:pt x="4490920" y="324712"/>
                </a:lnTo>
                <a:lnTo>
                  <a:pt x="4507482" y="353326"/>
                </a:lnTo>
                <a:lnTo>
                  <a:pt x="4524057" y="448808"/>
                </a:lnTo>
                <a:lnTo>
                  <a:pt x="4540622" y="502244"/>
                </a:lnTo>
                <a:lnTo>
                  <a:pt x="4557183" y="578705"/>
                </a:lnTo>
                <a:lnTo>
                  <a:pt x="4573747" y="647332"/>
                </a:lnTo>
                <a:lnTo>
                  <a:pt x="4590322" y="606902"/>
                </a:lnTo>
                <a:lnTo>
                  <a:pt x="4606883" y="400847"/>
                </a:lnTo>
                <a:lnTo>
                  <a:pt x="4623444" y="360731"/>
                </a:lnTo>
                <a:lnTo>
                  <a:pt x="4640009" y="378373"/>
                </a:lnTo>
                <a:lnTo>
                  <a:pt x="4656584" y="507579"/>
                </a:lnTo>
                <a:lnTo>
                  <a:pt x="4673145" y="547041"/>
                </a:lnTo>
                <a:lnTo>
                  <a:pt x="4689707" y="551669"/>
                </a:lnTo>
                <a:lnTo>
                  <a:pt x="4706272" y="643179"/>
                </a:lnTo>
                <a:lnTo>
                  <a:pt x="4722844" y="696948"/>
                </a:lnTo>
                <a:lnTo>
                  <a:pt x="4739409" y="683697"/>
                </a:lnTo>
                <a:lnTo>
                  <a:pt x="4755970" y="657635"/>
                </a:lnTo>
                <a:lnTo>
                  <a:pt x="4772533" y="653951"/>
                </a:lnTo>
                <a:lnTo>
                  <a:pt x="4789109" y="667143"/>
                </a:lnTo>
                <a:lnTo>
                  <a:pt x="4805671" y="689129"/>
                </a:lnTo>
                <a:lnTo>
                  <a:pt x="4822230" y="697680"/>
                </a:lnTo>
                <a:lnTo>
                  <a:pt x="4838792" y="625291"/>
                </a:lnTo>
                <a:lnTo>
                  <a:pt x="4855369" y="553596"/>
                </a:lnTo>
                <a:lnTo>
                  <a:pt x="4871933" y="455437"/>
                </a:lnTo>
                <a:lnTo>
                  <a:pt x="4888494" y="356106"/>
                </a:lnTo>
                <a:lnTo>
                  <a:pt x="4905059" y="379027"/>
                </a:lnTo>
                <a:lnTo>
                  <a:pt x="4921634" y="540009"/>
                </a:lnTo>
                <a:lnTo>
                  <a:pt x="4938194" y="308814"/>
                </a:lnTo>
                <a:lnTo>
                  <a:pt x="4954757" y="301529"/>
                </a:lnTo>
                <a:lnTo>
                  <a:pt x="4971319" y="367389"/>
                </a:lnTo>
                <a:lnTo>
                  <a:pt x="4987894" y="481716"/>
                </a:lnTo>
                <a:lnTo>
                  <a:pt x="5004456" y="589750"/>
                </a:lnTo>
                <a:lnTo>
                  <a:pt x="5021022" y="667128"/>
                </a:lnTo>
                <a:lnTo>
                  <a:pt x="5037583" y="725127"/>
                </a:lnTo>
                <a:lnTo>
                  <a:pt x="5054155" y="778714"/>
                </a:lnTo>
                <a:lnTo>
                  <a:pt x="5070719" y="780112"/>
                </a:lnTo>
                <a:lnTo>
                  <a:pt x="5087282" y="735206"/>
                </a:lnTo>
                <a:lnTo>
                  <a:pt x="5103845" y="700021"/>
                </a:lnTo>
                <a:lnTo>
                  <a:pt x="5120419" y="692714"/>
                </a:lnTo>
                <a:lnTo>
                  <a:pt x="5136982" y="684397"/>
                </a:lnTo>
                <a:lnTo>
                  <a:pt x="5153542" y="683373"/>
                </a:lnTo>
                <a:lnTo>
                  <a:pt x="5170108" y="700605"/>
                </a:lnTo>
                <a:lnTo>
                  <a:pt x="5186680" y="751372"/>
                </a:lnTo>
                <a:lnTo>
                  <a:pt x="5203243" y="798530"/>
                </a:lnTo>
                <a:lnTo>
                  <a:pt x="5219806" y="752882"/>
                </a:lnTo>
                <a:lnTo>
                  <a:pt x="5236371" y="715045"/>
                </a:lnTo>
                <a:lnTo>
                  <a:pt x="5252945" y="708042"/>
                </a:lnTo>
                <a:lnTo>
                  <a:pt x="5269503" y="712723"/>
                </a:lnTo>
                <a:lnTo>
                  <a:pt x="5286069" y="745139"/>
                </a:lnTo>
                <a:lnTo>
                  <a:pt x="5302631" y="795595"/>
                </a:lnTo>
                <a:lnTo>
                  <a:pt x="5319205" y="780530"/>
                </a:lnTo>
                <a:lnTo>
                  <a:pt x="5335766" y="740189"/>
                </a:lnTo>
                <a:lnTo>
                  <a:pt x="5352333" y="728513"/>
                </a:lnTo>
                <a:lnTo>
                  <a:pt x="5368893" y="733005"/>
                </a:lnTo>
                <a:lnTo>
                  <a:pt x="5385468" y="776155"/>
                </a:lnTo>
                <a:lnTo>
                  <a:pt x="5402031" y="650371"/>
                </a:lnTo>
                <a:lnTo>
                  <a:pt x="5418593" y="527875"/>
                </a:lnTo>
                <a:lnTo>
                  <a:pt x="5435155" y="563128"/>
                </a:lnTo>
                <a:lnTo>
                  <a:pt x="5451730" y="627556"/>
                </a:lnTo>
                <a:lnTo>
                  <a:pt x="5468292" y="615951"/>
                </a:lnTo>
                <a:lnTo>
                  <a:pt x="5484855" y="610827"/>
                </a:lnTo>
                <a:lnTo>
                  <a:pt x="5501417" y="606146"/>
                </a:lnTo>
                <a:lnTo>
                  <a:pt x="5517992" y="642548"/>
                </a:lnTo>
                <a:lnTo>
                  <a:pt x="5534555" y="645975"/>
                </a:lnTo>
                <a:lnTo>
                  <a:pt x="5551118" y="665549"/>
                </a:lnTo>
                <a:lnTo>
                  <a:pt x="5567683" y="694811"/>
                </a:lnTo>
                <a:lnTo>
                  <a:pt x="5584254" y="736396"/>
                </a:lnTo>
                <a:lnTo>
                  <a:pt x="5600818" y="744410"/>
                </a:lnTo>
                <a:lnTo>
                  <a:pt x="5617380" y="772894"/>
                </a:lnTo>
                <a:lnTo>
                  <a:pt x="5633940" y="837042"/>
                </a:lnTo>
                <a:lnTo>
                  <a:pt x="5650514" y="798238"/>
                </a:lnTo>
                <a:lnTo>
                  <a:pt x="5667080" y="786858"/>
                </a:lnTo>
                <a:lnTo>
                  <a:pt x="5683644" y="744120"/>
                </a:lnTo>
                <a:lnTo>
                  <a:pt x="5700203" y="692831"/>
                </a:lnTo>
                <a:lnTo>
                  <a:pt x="5716781" y="671155"/>
                </a:lnTo>
                <a:lnTo>
                  <a:pt x="5733342" y="666570"/>
                </a:lnTo>
                <a:lnTo>
                  <a:pt x="5749904" y="652441"/>
                </a:lnTo>
                <a:lnTo>
                  <a:pt x="5766466" y="642397"/>
                </a:lnTo>
                <a:lnTo>
                  <a:pt x="5783042" y="642860"/>
                </a:lnTo>
                <a:lnTo>
                  <a:pt x="5799602" y="658805"/>
                </a:lnTo>
                <a:lnTo>
                  <a:pt x="5816167" y="651040"/>
                </a:lnTo>
                <a:lnTo>
                  <a:pt x="5832731" y="652003"/>
                </a:lnTo>
                <a:lnTo>
                  <a:pt x="5849303" y="711594"/>
                </a:lnTo>
                <a:lnTo>
                  <a:pt x="5865867" y="768544"/>
                </a:lnTo>
                <a:lnTo>
                  <a:pt x="5882430" y="732472"/>
                </a:lnTo>
                <a:lnTo>
                  <a:pt x="5898991" y="721922"/>
                </a:lnTo>
                <a:lnTo>
                  <a:pt x="5915566" y="721493"/>
                </a:lnTo>
                <a:lnTo>
                  <a:pt x="5932132" y="724078"/>
                </a:lnTo>
                <a:lnTo>
                  <a:pt x="5948692" y="728511"/>
                </a:lnTo>
                <a:lnTo>
                  <a:pt x="5965254" y="728334"/>
                </a:lnTo>
                <a:lnTo>
                  <a:pt x="5981829" y="729861"/>
                </a:lnTo>
                <a:lnTo>
                  <a:pt x="5998392" y="723827"/>
                </a:lnTo>
                <a:lnTo>
                  <a:pt x="6014952" y="721959"/>
                </a:lnTo>
                <a:lnTo>
                  <a:pt x="6031517" y="723196"/>
                </a:lnTo>
                <a:lnTo>
                  <a:pt x="6048093" y="730110"/>
                </a:lnTo>
                <a:lnTo>
                  <a:pt x="6064655" y="744184"/>
                </a:lnTo>
                <a:lnTo>
                  <a:pt x="6081216" y="766355"/>
                </a:lnTo>
                <a:lnTo>
                  <a:pt x="6097781" y="786909"/>
                </a:lnTo>
                <a:lnTo>
                  <a:pt x="6114354" y="809779"/>
                </a:lnTo>
                <a:lnTo>
                  <a:pt x="6130916" y="778517"/>
                </a:lnTo>
                <a:lnTo>
                  <a:pt x="6147479" y="708309"/>
                </a:lnTo>
                <a:lnTo>
                  <a:pt x="6164043" y="710533"/>
                </a:lnTo>
                <a:lnTo>
                  <a:pt x="6180616" y="801557"/>
                </a:lnTo>
                <a:lnTo>
                  <a:pt x="6197179" y="802175"/>
                </a:lnTo>
                <a:lnTo>
                  <a:pt x="6213742" y="793463"/>
                </a:lnTo>
                <a:lnTo>
                  <a:pt x="6230303" y="824184"/>
                </a:lnTo>
                <a:lnTo>
                  <a:pt x="6246881" y="821206"/>
                </a:lnTo>
                <a:lnTo>
                  <a:pt x="6263443" y="819424"/>
                </a:lnTo>
                <a:lnTo>
                  <a:pt x="6280002" y="807868"/>
                </a:lnTo>
                <a:lnTo>
                  <a:pt x="6296566" y="769151"/>
                </a:lnTo>
                <a:lnTo>
                  <a:pt x="6313140" y="750299"/>
                </a:lnTo>
                <a:lnTo>
                  <a:pt x="6329704" y="729968"/>
                </a:lnTo>
                <a:lnTo>
                  <a:pt x="6346264" y="702249"/>
                </a:lnTo>
                <a:lnTo>
                  <a:pt x="6362828" y="698574"/>
                </a:lnTo>
                <a:lnTo>
                  <a:pt x="6379403" y="703334"/>
                </a:lnTo>
                <a:lnTo>
                  <a:pt x="6395965" y="724235"/>
                </a:lnTo>
                <a:lnTo>
                  <a:pt x="6412528" y="764667"/>
                </a:lnTo>
                <a:lnTo>
                  <a:pt x="6429092" y="807313"/>
                </a:lnTo>
                <a:lnTo>
                  <a:pt x="6445665" y="832872"/>
                </a:lnTo>
                <a:lnTo>
                  <a:pt x="6462228" y="837276"/>
                </a:lnTo>
                <a:lnTo>
                  <a:pt x="6478791" y="802200"/>
                </a:lnTo>
                <a:lnTo>
                  <a:pt x="6495352" y="794961"/>
                </a:lnTo>
                <a:lnTo>
                  <a:pt x="6511928" y="807188"/>
                </a:lnTo>
                <a:lnTo>
                  <a:pt x="6528490" y="771077"/>
                </a:lnTo>
                <a:lnTo>
                  <a:pt x="6545053" y="757452"/>
                </a:lnTo>
                <a:lnTo>
                  <a:pt x="6561611" y="762550"/>
                </a:lnTo>
                <a:lnTo>
                  <a:pt x="6578193" y="808658"/>
                </a:lnTo>
                <a:lnTo>
                  <a:pt x="6594752" y="850419"/>
                </a:lnTo>
                <a:lnTo>
                  <a:pt x="6611316" y="823140"/>
                </a:lnTo>
                <a:lnTo>
                  <a:pt x="6627880" y="810587"/>
                </a:lnTo>
                <a:lnTo>
                  <a:pt x="6644452" y="799267"/>
                </a:lnTo>
                <a:lnTo>
                  <a:pt x="6661015" y="803149"/>
                </a:lnTo>
                <a:lnTo>
                  <a:pt x="6677577" y="837045"/>
                </a:lnTo>
                <a:lnTo>
                  <a:pt x="6694143" y="831252"/>
                </a:lnTo>
                <a:lnTo>
                  <a:pt x="6710714" y="810682"/>
                </a:lnTo>
                <a:lnTo>
                  <a:pt x="6727278" y="780757"/>
                </a:lnTo>
                <a:lnTo>
                  <a:pt x="6743841" y="770490"/>
                </a:lnTo>
                <a:lnTo>
                  <a:pt x="6760404" y="772232"/>
                </a:lnTo>
                <a:lnTo>
                  <a:pt x="6776977" y="789910"/>
                </a:lnTo>
                <a:lnTo>
                  <a:pt x="6793540" y="816705"/>
                </a:lnTo>
                <a:lnTo>
                  <a:pt x="6810104" y="848742"/>
                </a:lnTo>
                <a:lnTo>
                  <a:pt x="6826665" y="851199"/>
                </a:lnTo>
                <a:lnTo>
                  <a:pt x="6843240" y="832583"/>
                </a:lnTo>
                <a:lnTo>
                  <a:pt x="6859802" y="818681"/>
                </a:lnTo>
                <a:lnTo>
                  <a:pt x="6876364" y="812347"/>
                </a:lnTo>
                <a:lnTo>
                  <a:pt x="6892927" y="812323"/>
                </a:lnTo>
                <a:lnTo>
                  <a:pt x="6909502" y="816658"/>
                </a:lnTo>
                <a:lnTo>
                  <a:pt x="6926062" y="820819"/>
                </a:lnTo>
                <a:lnTo>
                  <a:pt x="6942627" y="810751"/>
                </a:lnTo>
                <a:lnTo>
                  <a:pt x="6959191" y="808309"/>
                </a:lnTo>
                <a:lnTo>
                  <a:pt x="6975764" y="812744"/>
                </a:lnTo>
                <a:lnTo>
                  <a:pt x="6992327" y="827432"/>
                </a:lnTo>
                <a:lnTo>
                  <a:pt x="7008892" y="835021"/>
                </a:lnTo>
                <a:lnTo>
                  <a:pt x="7025452" y="825256"/>
                </a:lnTo>
                <a:lnTo>
                  <a:pt x="7042024" y="805437"/>
                </a:lnTo>
                <a:lnTo>
                  <a:pt x="7058590" y="777134"/>
                </a:lnTo>
                <a:lnTo>
                  <a:pt x="7075153" y="750093"/>
                </a:lnTo>
                <a:lnTo>
                  <a:pt x="7091715" y="737205"/>
                </a:lnTo>
                <a:lnTo>
                  <a:pt x="7108287" y="735780"/>
                </a:lnTo>
                <a:lnTo>
                  <a:pt x="7124853" y="736482"/>
                </a:lnTo>
                <a:lnTo>
                  <a:pt x="7141414" y="737919"/>
                </a:lnTo>
                <a:lnTo>
                  <a:pt x="7157977" y="739526"/>
                </a:lnTo>
                <a:lnTo>
                  <a:pt x="7174555" y="750657"/>
                </a:lnTo>
                <a:lnTo>
                  <a:pt x="7191113" y="776340"/>
                </a:lnTo>
                <a:lnTo>
                  <a:pt x="7207676" y="789623"/>
                </a:lnTo>
                <a:lnTo>
                  <a:pt x="7224240" y="761213"/>
                </a:lnTo>
                <a:lnTo>
                  <a:pt x="7240814" y="741817"/>
                </a:lnTo>
                <a:lnTo>
                  <a:pt x="7257374" y="740788"/>
                </a:lnTo>
                <a:lnTo>
                  <a:pt x="7273939" y="741712"/>
                </a:lnTo>
                <a:lnTo>
                  <a:pt x="7290501" y="725546"/>
                </a:lnTo>
                <a:lnTo>
                  <a:pt x="7307074" y="707057"/>
                </a:lnTo>
                <a:lnTo>
                  <a:pt x="7323639" y="677977"/>
                </a:lnTo>
                <a:lnTo>
                  <a:pt x="7340201" y="668434"/>
                </a:lnTo>
                <a:lnTo>
                  <a:pt x="7356763" y="680956"/>
                </a:lnTo>
                <a:lnTo>
                  <a:pt x="7373339" y="752872"/>
                </a:lnTo>
                <a:lnTo>
                  <a:pt x="7389902" y="836344"/>
                </a:lnTo>
                <a:lnTo>
                  <a:pt x="7406464" y="825279"/>
                </a:lnTo>
                <a:lnTo>
                  <a:pt x="7423027" y="809229"/>
                </a:lnTo>
                <a:lnTo>
                  <a:pt x="7439601" y="796978"/>
                </a:lnTo>
                <a:lnTo>
                  <a:pt x="7456165" y="777354"/>
                </a:lnTo>
                <a:lnTo>
                  <a:pt x="7472722" y="760246"/>
                </a:lnTo>
                <a:lnTo>
                  <a:pt x="7489289" y="745020"/>
                </a:lnTo>
                <a:lnTo>
                  <a:pt x="7505864" y="739123"/>
                </a:lnTo>
                <a:lnTo>
                  <a:pt x="7522426" y="739505"/>
                </a:lnTo>
                <a:lnTo>
                  <a:pt x="7538988" y="743989"/>
                </a:lnTo>
                <a:lnTo>
                  <a:pt x="7555551" y="738146"/>
                </a:lnTo>
                <a:lnTo>
                  <a:pt x="7572124" y="732577"/>
                </a:lnTo>
                <a:lnTo>
                  <a:pt x="7588687" y="732406"/>
                </a:lnTo>
                <a:lnTo>
                  <a:pt x="7605251" y="740060"/>
                </a:lnTo>
                <a:lnTo>
                  <a:pt x="7621813" y="765625"/>
                </a:lnTo>
                <a:lnTo>
                  <a:pt x="7638388" y="811773"/>
                </a:lnTo>
                <a:lnTo>
                  <a:pt x="7654952" y="853664"/>
                </a:lnTo>
                <a:lnTo>
                  <a:pt x="7671512" y="840873"/>
                </a:lnTo>
                <a:lnTo>
                  <a:pt x="7688075" y="829006"/>
                </a:lnTo>
                <a:lnTo>
                  <a:pt x="7704650" y="827488"/>
                </a:lnTo>
                <a:lnTo>
                  <a:pt x="7721214" y="831640"/>
                </a:lnTo>
                <a:lnTo>
                  <a:pt x="7737774" y="834236"/>
                </a:lnTo>
                <a:lnTo>
                  <a:pt x="7754338" y="820935"/>
                </a:lnTo>
                <a:lnTo>
                  <a:pt x="7770915" y="805554"/>
                </a:lnTo>
                <a:lnTo>
                  <a:pt x="7787476" y="789628"/>
                </a:lnTo>
                <a:lnTo>
                  <a:pt x="7804038" y="783346"/>
                </a:lnTo>
                <a:lnTo>
                  <a:pt x="7820603" y="783786"/>
                </a:lnTo>
                <a:lnTo>
                  <a:pt x="7837173" y="790103"/>
                </a:lnTo>
                <a:lnTo>
                  <a:pt x="7853735" y="798216"/>
                </a:lnTo>
                <a:lnTo>
                  <a:pt x="7870300" y="817332"/>
                </a:lnTo>
                <a:lnTo>
                  <a:pt x="7886864" y="851195"/>
                </a:lnTo>
                <a:lnTo>
                  <a:pt x="7903437" y="847334"/>
                </a:lnTo>
                <a:lnTo>
                  <a:pt x="7920000" y="802328"/>
                </a:lnTo>
                <a:lnTo>
                  <a:pt x="7936563" y="799022"/>
                </a:lnTo>
                <a:lnTo>
                  <a:pt x="7953123" y="825283"/>
                </a:lnTo>
                <a:lnTo>
                  <a:pt x="7969703" y="883284"/>
                </a:lnTo>
                <a:lnTo>
                  <a:pt x="7986263" y="867628"/>
                </a:lnTo>
                <a:lnTo>
                  <a:pt x="8002825" y="859656"/>
                </a:lnTo>
                <a:lnTo>
                  <a:pt x="8019390" y="860421"/>
                </a:lnTo>
                <a:lnTo>
                  <a:pt x="8035963" y="860453"/>
                </a:lnTo>
                <a:lnTo>
                  <a:pt x="8052524" y="832202"/>
                </a:lnTo>
                <a:lnTo>
                  <a:pt x="8069087" y="826115"/>
                </a:lnTo>
                <a:lnTo>
                  <a:pt x="8085653" y="829202"/>
                </a:lnTo>
                <a:lnTo>
                  <a:pt x="8102225" y="836855"/>
                </a:lnTo>
                <a:lnTo>
                  <a:pt x="8118784" y="835650"/>
                </a:lnTo>
                <a:lnTo>
                  <a:pt x="8135351" y="836050"/>
                </a:lnTo>
                <a:lnTo>
                  <a:pt x="8151913" y="832744"/>
                </a:lnTo>
                <a:lnTo>
                  <a:pt x="8168486" y="832517"/>
                </a:lnTo>
                <a:lnTo>
                  <a:pt x="8185050" y="835223"/>
                </a:lnTo>
                <a:lnTo>
                  <a:pt x="8201614" y="839534"/>
                </a:lnTo>
                <a:lnTo>
                  <a:pt x="8218174" y="829392"/>
                </a:lnTo>
                <a:lnTo>
                  <a:pt x="8234749" y="822956"/>
                </a:lnTo>
                <a:lnTo>
                  <a:pt x="8251310" y="822190"/>
                </a:lnTo>
                <a:lnTo>
                  <a:pt x="8267874" y="821787"/>
                </a:lnTo>
                <a:lnTo>
                  <a:pt x="8284436" y="814667"/>
                </a:lnTo>
                <a:lnTo>
                  <a:pt x="8301012" y="815084"/>
                </a:lnTo>
                <a:lnTo>
                  <a:pt x="8317574" y="851104"/>
                </a:lnTo>
                <a:lnTo>
                  <a:pt x="8334138" y="796799"/>
                </a:lnTo>
                <a:lnTo>
                  <a:pt x="8350699" y="782456"/>
                </a:lnTo>
                <a:lnTo>
                  <a:pt x="8367273" y="799831"/>
                </a:lnTo>
                <a:lnTo>
                  <a:pt x="8383836" y="848511"/>
                </a:lnTo>
                <a:lnTo>
                  <a:pt x="8400402" y="870743"/>
                </a:lnTo>
                <a:lnTo>
                  <a:pt x="8416964" y="832334"/>
                </a:lnTo>
                <a:lnTo>
                  <a:pt x="8433535" y="822355"/>
                </a:lnTo>
                <a:lnTo>
                  <a:pt x="8450101" y="827261"/>
                </a:lnTo>
                <a:lnTo>
                  <a:pt x="8466663" y="837476"/>
                </a:lnTo>
                <a:lnTo>
                  <a:pt x="8483223" y="831188"/>
                </a:lnTo>
                <a:lnTo>
                  <a:pt x="8499796" y="818442"/>
                </a:lnTo>
                <a:lnTo>
                  <a:pt x="8516361" y="799267"/>
                </a:lnTo>
                <a:lnTo>
                  <a:pt x="8532925" y="779931"/>
                </a:lnTo>
                <a:lnTo>
                  <a:pt x="8549487" y="766104"/>
                </a:lnTo>
                <a:lnTo>
                  <a:pt x="8566063" y="764511"/>
                </a:lnTo>
                <a:lnTo>
                  <a:pt x="8582624" y="772450"/>
                </a:lnTo>
                <a:lnTo>
                  <a:pt x="8599185" y="803434"/>
                </a:lnTo>
                <a:lnTo>
                  <a:pt x="8615748" y="840511"/>
                </a:lnTo>
                <a:lnTo>
                  <a:pt x="8632321" y="868646"/>
                </a:lnTo>
                <a:lnTo>
                  <a:pt x="8648885" y="881376"/>
                </a:lnTo>
                <a:lnTo>
                  <a:pt x="8665449" y="875228"/>
                </a:lnTo>
                <a:lnTo>
                  <a:pt x="8682013" y="878061"/>
                </a:lnTo>
                <a:lnTo>
                  <a:pt x="8698586" y="889998"/>
                </a:lnTo>
                <a:lnTo>
                  <a:pt x="8715149" y="882614"/>
                </a:lnTo>
                <a:lnTo>
                  <a:pt x="8731711" y="878953"/>
                </a:lnTo>
                <a:lnTo>
                  <a:pt x="8748271" y="878103"/>
                </a:lnTo>
                <a:lnTo>
                  <a:pt x="8764847" y="878495"/>
                </a:lnTo>
                <a:lnTo>
                  <a:pt x="8781411" y="880966"/>
                </a:lnTo>
                <a:lnTo>
                  <a:pt x="8797973" y="874765"/>
                </a:lnTo>
                <a:lnTo>
                  <a:pt x="8814535" y="867532"/>
                </a:lnTo>
                <a:lnTo>
                  <a:pt x="8831110" y="864212"/>
                </a:lnTo>
                <a:lnTo>
                  <a:pt x="8847673" y="864288"/>
                </a:lnTo>
                <a:lnTo>
                  <a:pt x="8864236" y="869867"/>
                </a:lnTo>
                <a:lnTo>
                  <a:pt x="8880798" y="881835"/>
                </a:lnTo>
                <a:lnTo>
                  <a:pt x="8897374" y="890365"/>
                </a:lnTo>
                <a:lnTo>
                  <a:pt x="8913936" y="885413"/>
                </a:lnTo>
                <a:lnTo>
                  <a:pt x="8930497" y="882102"/>
                </a:lnTo>
                <a:lnTo>
                  <a:pt x="8947062" y="879707"/>
                </a:lnTo>
                <a:lnTo>
                  <a:pt x="8963634" y="879660"/>
                </a:lnTo>
                <a:lnTo>
                  <a:pt x="8980197" y="883053"/>
                </a:lnTo>
                <a:lnTo>
                  <a:pt x="8996758" y="871069"/>
                </a:lnTo>
                <a:lnTo>
                  <a:pt x="9013325" y="846491"/>
                </a:lnTo>
                <a:lnTo>
                  <a:pt x="9029895" y="845125"/>
                </a:lnTo>
                <a:lnTo>
                  <a:pt x="9046463" y="863280"/>
                </a:lnTo>
                <a:lnTo>
                  <a:pt x="9063022" y="883623"/>
                </a:lnTo>
                <a:lnTo>
                  <a:pt x="9079584" y="864725"/>
                </a:lnTo>
                <a:lnTo>
                  <a:pt x="9096160" y="846056"/>
                </a:lnTo>
                <a:lnTo>
                  <a:pt x="9112722" y="839328"/>
                </a:lnTo>
                <a:lnTo>
                  <a:pt x="9129284" y="839851"/>
                </a:lnTo>
                <a:lnTo>
                  <a:pt x="9145848" y="848578"/>
                </a:lnTo>
                <a:lnTo>
                  <a:pt x="9162422" y="864494"/>
                </a:lnTo>
                <a:lnTo>
                  <a:pt x="9178984" y="880435"/>
                </a:lnTo>
                <a:lnTo>
                  <a:pt x="9195547" y="890040"/>
                </a:lnTo>
                <a:lnTo>
                  <a:pt x="9212110" y="885769"/>
                </a:lnTo>
                <a:lnTo>
                  <a:pt x="9228687" y="877852"/>
                </a:lnTo>
                <a:lnTo>
                  <a:pt x="9245247" y="876416"/>
                </a:lnTo>
                <a:lnTo>
                  <a:pt x="9261810" y="880235"/>
                </a:lnTo>
                <a:lnTo>
                  <a:pt x="9278372" y="893190"/>
                </a:lnTo>
                <a:lnTo>
                  <a:pt x="9294946" y="895159"/>
                </a:lnTo>
                <a:lnTo>
                  <a:pt x="9311509" y="881975"/>
                </a:lnTo>
                <a:lnTo>
                  <a:pt x="9328074" y="867352"/>
                </a:lnTo>
                <a:lnTo>
                  <a:pt x="9344637" y="853437"/>
                </a:lnTo>
                <a:lnTo>
                  <a:pt x="9361210" y="840547"/>
                </a:lnTo>
                <a:lnTo>
                  <a:pt x="9377772" y="837912"/>
                </a:lnTo>
                <a:lnTo>
                  <a:pt x="9394334" y="840904"/>
                </a:lnTo>
                <a:lnTo>
                  <a:pt x="9410898" y="855594"/>
                </a:lnTo>
                <a:lnTo>
                  <a:pt x="9427472" y="873049"/>
                </a:lnTo>
                <a:lnTo>
                  <a:pt x="9444033" y="875806"/>
                </a:lnTo>
                <a:lnTo>
                  <a:pt x="9460597" y="877656"/>
                </a:lnTo>
                <a:lnTo>
                  <a:pt x="9477159" y="890244"/>
                </a:lnTo>
                <a:lnTo>
                  <a:pt x="9493735" y="904794"/>
                </a:lnTo>
                <a:lnTo>
                  <a:pt x="9510294" y="908763"/>
                </a:lnTo>
                <a:lnTo>
                  <a:pt x="9526861" y="905797"/>
                </a:lnTo>
                <a:lnTo>
                  <a:pt x="9543424" y="901004"/>
                </a:lnTo>
                <a:lnTo>
                  <a:pt x="9559996" y="899825"/>
                </a:lnTo>
                <a:lnTo>
                  <a:pt x="9576559" y="900808"/>
                </a:lnTo>
                <a:lnTo>
                  <a:pt x="9593124" y="904184"/>
                </a:lnTo>
                <a:lnTo>
                  <a:pt x="9609686" y="905047"/>
                </a:lnTo>
                <a:lnTo>
                  <a:pt x="9626259" y="901929"/>
                </a:lnTo>
                <a:lnTo>
                  <a:pt x="9642821" y="900662"/>
                </a:lnTo>
                <a:lnTo>
                  <a:pt x="9659383" y="900855"/>
                </a:lnTo>
                <a:lnTo>
                  <a:pt x="9675945" y="895531"/>
                </a:lnTo>
                <a:lnTo>
                  <a:pt x="9692522" y="888043"/>
                </a:lnTo>
                <a:lnTo>
                  <a:pt x="9709086" y="882753"/>
                </a:lnTo>
                <a:lnTo>
                  <a:pt x="9725646" y="882646"/>
                </a:lnTo>
                <a:lnTo>
                  <a:pt x="9742211" y="887635"/>
                </a:lnTo>
                <a:lnTo>
                  <a:pt x="9758783" y="896575"/>
                </a:lnTo>
                <a:lnTo>
                  <a:pt x="9775346" y="906315"/>
                </a:lnTo>
                <a:lnTo>
                  <a:pt x="9791910" y="906956"/>
                </a:lnTo>
                <a:lnTo>
                  <a:pt x="9808472" y="905567"/>
                </a:lnTo>
                <a:lnTo>
                  <a:pt x="9825049" y="906926"/>
                </a:lnTo>
                <a:lnTo>
                  <a:pt x="9841608" y="907598"/>
                </a:lnTo>
                <a:lnTo>
                  <a:pt x="9858174" y="900301"/>
                </a:lnTo>
                <a:lnTo>
                  <a:pt x="9874734" y="890476"/>
                </a:lnTo>
                <a:lnTo>
                  <a:pt x="9891311" y="878205"/>
                </a:lnTo>
                <a:lnTo>
                  <a:pt x="9907871" y="861445"/>
                </a:lnTo>
                <a:lnTo>
                  <a:pt x="9924435" y="850050"/>
                </a:lnTo>
                <a:lnTo>
                  <a:pt x="9940996" y="846420"/>
                </a:lnTo>
                <a:lnTo>
                  <a:pt x="9957571" y="846660"/>
                </a:lnTo>
                <a:lnTo>
                  <a:pt x="9974136" y="853117"/>
                </a:lnTo>
                <a:lnTo>
                  <a:pt x="9990695" y="865589"/>
                </a:lnTo>
                <a:lnTo>
                  <a:pt x="10007260" y="876442"/>
                </a:lnTo>
                <a:lnTo>
                  <a:pt x="10023836" y="884422"/>
                </a:lnTo>
                <a:lnTo>
                  <a:pt x="10040397" y="892168"/>
                </a:lnTo>
                <a:lnTo>
                  <a:pt x="10056957" y="892384"/>
                </a:lnTo>
                <a:lnTo>
                  <a:pt x="10073523" y="888259"/>
                </a:lnTo>
                <a:lnTo>
                  <a:pt x="10090095" y="884936"/>
                </a:lnTo>
                <a:lnTo>
                  <a:pt x="10106660" y="880902"/>
                </a:lnTo>
                <a:lnTo>
                  <a:pt x="10123223" y="880230"/>
                </a:lnTo>
                <a:lnTo>
                  <a:pt x="10139785" y="882624"/>
                </a:lnTo>
                <a:lnTo>
                  <a:pt x="10156360" y="884045"/>
                </a:lnTo>
                <a:lnTo>
                  <a:pt x="10172923" y="882312"/>
                </a:lnTo>
                <a:lnTo>
                  <a:pt x="10189484" y="880839"/>
                </a:lnTo>
                <a:lnTo>
                  <a:pt x="10206044" y="881425"/>
                </a:lnTo>
                <a:lnTo>
                  <a:pt x="10222622" y="889494"/>
                </a:lnTo>
                <a:lnTo>
                  <a:pt x="10239185" y="883661"/>
                </a:lnTo>
                <a:lnTo>
                  <a:pt x="10255747" y="878445"/>
                </a:lnTo>
                <a:lnTo>
                  <a:pt x="10272310" y="878461"/>
                </a:lnTo>
                <a:lnTo>
                  <a:pt x="10288883" y="883322"/>
                </a:lnTo>
                <a:lnTo>
                  <a:pt x="10305447" y="889670"/>
                </a:lnTo>
                <a:lnTo>
                  <a:pt x="10322007" y="894368"/>
                </a:lnTo>
                <a:lnTo>
                  <a:pt x="10338573" y="894144"/>
                </a:lnTo>
                <a:lnTo>
                  <a:pt x="10355148" y="891915"/>
                </a:lnTo>
                <a:lnTo>
                  <a:pt x="10371709" y="887848"/>
                </a:lnTo>
                <a:lnTo>
                  <a:pt x="10388272" y="863683"/>
                </a:lnTo>
                <a:lnTo>
                  <a:pt x="10404835" y="855164"/>
                </a:lnTo>
                <a:lnTo>
                  <a:pt x="10421406" y="855249"/>
                </a:lnTo>
                <a:lnTo>
                  <a:pt x="10437972" y="860164"/>
                </a:lnTo>
                <a:lnTo>
                  <a:pt x="10454535" y="868038"/>
                </a:lnTo>
                <a:lnTo>
                  <a:pt x="10471095" y="872616"/>
                </a:lnTo>
                <a:lnTo>
                  <a:pt x="10487672" y="874313"/>
                </a:lnTo>
                <a:lnTo>
                  <a:pt x="10504235" y="882388"/>
                </a:lnTo>
                <a:lnTo>
                  <a:pt x="10520797" y="894913"/>
                </a:lnTo>
                <a:lnTo>
                  <a:pt x="10537358" y="903876"/>
                </a:lnTo>
              </a:path>
            </a:pathLst>
          </a:custGeom>
          <a:noFill/>
          <a:ln w="11430">
            <a:solidFill>
              <a:srgbClr val="F2F0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246120"/>
            <a:ext cx="2743200" cy="274320"/>
          </a:xfrm>
          <a:prstGeom prst="rect">
            <a:avLst/>
          </a:prstGeom>
          <a:noFill/>
        </p:spPr>
        <p:txBody>
          <a:bodyPr wrap="square" lIns="0" rIns="0" tIns="0" bIns="0" anchor="t">
            <a:spAutoFit/>
          </a:bodyPr>
          <a:lstStyle/>
          <a:p>
            <a:pPr algn="l"/>
            <a:r>
              <a:rPr sz="1000">
                <a:solidFill>
                  <a:srgbClr val="9A9894"/>
                </a:solidFill>
                <a:latin typeface="Fragment Mono"/>
              </a:rPr>
              <a:t>TYPING</a:t>
            </a:r>
          </a:p>
        </p:txBody>
      </p:sp>
      <p:sp>
        <p:nvSpPr>
          <p:cNvPr id="9" name="Oval 8"/>
          <p:cNvSpPr/>
          <p:nvPr/>
        </p:nvSpPr>
        <p:spPr>
          <a:xfrm>
            <a:off x="822960" y="5111496"/>
            <a:ext cx="109728" cy="109728"/>
          </a:xfrm>
          <a:prstGeom prst="ellipse">
            <a:avLst/>
          </a:prstGeom>
          <a:solidFill>
            <a:srgbClr val="5553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1005840" y="5166360"/>
            <a:ext cx="2362123"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22960" y="5349240"/>
            <a:ext cx="2362123" cy="640080"/>
          </a:xfrm>
          <a:prstGeom prst="rect">
            <a:avLst/>
          </a:prstGeom>
          <a:noFill/>
        </p:spPr>
        <p:txBody>
          <a:bodyPr wrap="square" lIns="0" rIns="0" tIns="0" bIns="0" anchor="t">
            <a:spAutoFit/>
          </a:bodyPr>
          <a:lstStyle/>
          <a:p>
            <a:pPr algn="l">
              <a:lnSpc>
                <a:spcPct val="115000"/>
              </a:lnSpc>
            </a:pPr>
            <a:r>
              <a:rPr sz="1600">
                <a:solidFill>
                  <a:srgbClr val="F2F0EC"/>
                </a:solidFill>
                <a:latin typeface="Switzer Light"/>
              </a:rPr>
              <a:t>Something hit</a:t>
            </a:r>
          </a:p>
        </p:txBody>
      </p:sp>
      <p:sp>
        <p:nvSpPr>
          <p:cNvPr id="12" name="Oval 11"/>
          <p:cNvSpPr/>
          <p:nvPr/>
        </p:nvSpPr>
        <p:spPr>
          <a:xfrm>
            <a:off x="3459403" y="5111496"/>
            <a:ext cx="109728" cy="109728"/>
          </a:xfrm>
          <a:prstGeom prst="ellipse">
            <a:avLst/>
          </a:prstGeom>
          <a:solidFill>
            <a:srgbClr val="5553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3642283" y="5166360"/>
            <a:ext cx="2362124"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459403" y="5349240"/>
            <a:ext cx="2362123" cy="640080"/>
          </a:xfrm>
          <a:prstGeom prst="rect">
            <a:avLst/>
          </a:prstGeom>
          <a:noFill/>
        </p:spPr>
        <p:txBody>
          <a:bodyPr wrap="square" lIns="0" rIns="0" tIns="0" bIns="0" anchor="t">
            <a:spAutoFit/>
          </a:bodyPr>
          <a:lstStyle/>
          <a:p>
            <a:pPr algn="l">
              <a:lnSpc>
                <a:spcPct val="115000"/>
              </a:lnSpc>
            </a:pPr>
            <a:r>
              <a:rPr sz="1600">
                <a:solidFill>
                  <a:srgbClr val="F2F0EC"/>
                </a:solidFill>
                <a:latin typeface="Switzer Light"/>
              </a:rPr>
              <a:t>Not typing or on the trackpad</a:t>
            </a:r>
          </a:p>
        </p:txBody>
      </p:sp>
      <p:sp>
        <p:nvSpPr>
          <p:cNvPr id="15" name="Oval 14"/>
          <p:cNvSpPr/>
          <p:nvPr/>
        </p:nvSpPr>
        <p:spPr>
          <a:xfrm>
            <a:off x="6095847" y="5111496"/>
            <a:ext cx="109728" cy="109728"/>
          </a:xfrm>
          <a:prstGeom prst="ellipse">
            <a:avLst/>
          </a:prstGeom>
          <a:solidFill>
            <a:srgbClr val="5553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278727" y="5166360"/>
            <a:ext cx="2362124"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95847" y="5349240"/>
            <a:ext cx="2362123" cy="640080"/>
          </a:xfrm>
          <a:prstGeom prst="rect">
            <a:avLst/>
          </a:prstGeom>
          <a:noFill/>
        </p:spPr>
        <p:txBody>
          <a:bodyPr wrap="square" lIns="0" rIns="0" tIns="0" bIns="0" anchor="t">
            <a:spAutoFit/>
          </a:bodyPr>
          <a:lstStyle/>
          <a:p>
            <a:pPr algn="l">
              <a:lnSpc>
                <a:spcPct val="115000"/>
              </a:lnSpc>
            </a:pPr>
            <a:r>
              <a:rPr sz="1600">
                <a:solidFill>
                  <a:srgbClr val="F2F0EC"/>
                </a:solidFill>
                <a:latin typeface="Switzer Light"/>
              </a:rPr>
              <a:t>Two models vote on the spot</a:t>
            </a:r>
          </a:p>
        </p:txBody>
      </p:sp>
      <p:sp>
        <p:nvSpPr>
          <p:cNvPr id="18" name="Oval 17"/>
          <p:cNvSpPr/>
          <p:nvPr/>
        </p:nvSpPr>
        <p:spPr>
          <a:xfrm>
            <a:off x="8732291" y="5111496"/>
            <a:ext cx="109728" cy="109728"/>
          </a:xfrm>
          <a:prstGeom prst="ellipse">
            <a:avLst/>
          </a:prstGeom>
          <a:solidFill>
            <a:srgbClr val="F2F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32291" y="5349240"/>
            <a:ext cx="2362123" cy="640080"/>
          </a:xfrm>
          <a:prstGeom prst="rect">
            <a:avLst/>
          </a:prstGeom>
          <a:noFill/>
        </p:spPr>
        <p:txBody>
          <a:bodyPr wrap="square" lIns="0" rIns="0" tIns="0" bIns="0" anchor="t">
            <a:spAutoFit/>
          </a:bodyPr>
          <a:lstStyle/>
          <a:p>
            <a:pPr algn="l">
              <a:lnSpc>
                <a:spcPct val="115000"/>
              </a:lnSpc>
            </a:pPr>
            <a:r>
              <a:rPr sz="1600">
                <a:solidFill>
                  <a:srgbClr val="F2F0EC"/>
                </a:solidFill>
                <a:latin typeface="Switzer Light"/>
              </a:rPr>
              <a:t>Unsure? Do nothing</a:t>
            </a:r>
          </a:p>
        </p:txBody>
      </p:sp>
      <p:sp>
        <p:nvSpPr>
          <p:cNvPr id="20" name="TextBox 19"/>
          <p:cNvSpPr txBox="1"/>
          <p:nvPr/>
        </p:nvSpPr>
        <p:spPr>
          <a:xfrm>
            <a:off x="822960" y="6263640"/>
            <a:ext cx="10545775" cy="365760"/>
          </a:xfrm>
          <a:prstGeom prst="rect">
            <a:avLst/>
          </a:prstGeom>
          <a:noFill/>
        </p:spPr>
        <p:txBody>
          <a:bodyPr wrap="square" lIns="0" rIns="0" tIns="0" bIns="0" anchor="t">
            <a:spAutoFit/>
          </a:bodyPr>
          <a:lstStyle/>
          <a:p>
            <a:pPr algn="l"/>
            <a:r>
              <a:rPr sz="1300">
                <a:solidFill>
                  <a:srgbClr val="5E5C59"/>
                </a:solidFill>
                <a:latin typeface="Switzer Light"/>
              </a:rPr>
              <a:t>Real sensor data, 800 readings a second. 33 measurements per tap. All on the laptop.</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40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1400" decel="100000"/>
                                        <p:tgtEl>
                                          <p:spTgt spid="4"/>
                                        </p:tgtEl>
                                      </p:cBhvr>
                                    </p:animEffect>
                                  </p:childTnLst>
                                </p:cTn>
                              </p:par>
                              <p:par>
                                <p:cTn id="8" presetID="22" presetClass="entr" presetSubtype="8" fill="hold" nodeType="withEffect">
                                  <p:stCondLst>
                                    <p:cond delay="400"/>
                                  </p:stCondLst>
                                  <p:childTnLst>
                                    <p:set>
                                      <p:cBhvr>
                                        <p:cTn id="9" dur="1" fill="hold">
                                          <p:stCondLst>
                                            <p:cond delay="0"/>
                                          </p:stCondLst>
                                        </p:cTn>
                                        <p:tgtEl>
                                          <p:spTgt spid="7"/>
                                        </p:tgtEl>
                                        <p:attrNameLst>
                                          <p:attrName>style.visibility</p:attrName>
                                        </p:attrNameLst>
                                      </p:cBhvr>
                                      <p:to>
                                        <p:strVal val="visible"/>
                                      </p:to>
                                    </p:set>
                                    <p:animEffect transition="in" filter="wipe(left)">
                                      <p:cBhvr>
                                        <p:cTn id="10" dur="1400" decel="100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B0C"/>
        </a:solidFill>
        <a:effectLst/>
      </p:bgPr>
    </p:bg>
    <p:spTree>
      <p:nvGrpSpPr>
        <p:cNvPr id="1" name=""/>
        <p:cNvGrpSpPr/>
        <p:nvPr/>
      </p:nvGrpSpPr>
      <p:grpSpPr/>
      <p:sp>
        <p:nvSpPr>
          <p:cNvPr id="2" name="TextBox 1"/>
          <p:cNvSpPr txBox="1"/>
          <p:nvPr/>
        </p:nvSpPr>
        <p:spPr>
          <a:xfrm>
            <a:off x="822960" y="1280160"/>
            <a:ext cx="4206240" cy="1828800"/>
          </a:xfrm>
          <a:prstGeom prst="rect">
            <a:avLst/>
          </a:prstGeom>
          <a:noFill/>
        </p:spPr>
        <p:txBody>
          <a:bodyPr wrap="square" lIns="0" rIns="0" tIns="0" bIns="0" anchor="t">
            <a:spAutoFit/>
          </a:bodyPr>
          <a:lstStyle/>
          <a:p>
            <a:pPr algn="l">
              <a:lnSpc>
                <a:spcPct val="105000"/>
              </a:lnSpc>
            </a:pPr>
            <a:r>
              <a:rPr sz="4000">
                <a:solidFill>
                  <a:srgbClr val="F2F0EC"/>
                </a:solidFill>
                <a:latin typeface="Switzer Extralight"/>
              </a:rPr>
              <a:t>Hands in the air. No camera.</a:t>
            </a:r>
          </a:p>
        </p:txBody>
      </p:sp>
      <p:sp>
        <p:nvSpPr>
          <p:cNvPr id="3" name="TextBox 2"/>
          <p:cNvSpPr txBox="1"/>
          <p:nvPr/>
        </p:nvSpPr>
        <p:spPr>
          <a:xfrm>
            <a:off x="822960" y="3108960"/>
            <a:ext cx="3840480" cy="1280160"/>
          </a:xfrm>
          <a:prstGeom prst="rect">
            <a:avLst/>
          </a:prstGeom>
          <a:noFill/>
        </p:spPr>
        <p:txBody>
          <a:bodyPr wrap="square" lIns="0" rIns="0" tIns="0" bIns="0" anchor="t">
            <a:spAutoFit/>
          </a:bodyPr>
          <a:lstStyle/>
          <a:p>
            <a:pPr algn="l">
              <a:lnSpc>
                <a:spcPct val="125000"/>
              </a:lnSpc>
            </a:pPr>
            <a:r>
              <a:rPr sz="1600">
                <a:solidFill>
                  <a:srgbClr val="9A9894"/>
                </a:solidFill>
                <a:latin typeface="Switzer Light"/>
              </a:rPr>
              <a:t>The speakers play two tones too high to hear. The mic hears your hand bend them.</a:t>
            </a:r>
          </a:p>
        </p:txBody>
      </p:sp>
      <p:sp>
        <p:nvSpPr>
          <p:cNvPr id="4" name="TextBox 3"/>
          <p:cNvSpPr txBox="1"/>
          <p:nvPr/>
        </p:nvSpPr>
        <p:spPr>
          <a:xfrm>
            <a:off x="822960" y="4754880"/>
            <a:ext cx="4114800" cy="274320"/>
          </a:xfrm>
          <a:prstGeom prst="rect">
            <a:avLst/>
          </a:prstGeom>
          <a:noFill/>
        </p:spPr>
        <p:txBody>
          <a:bodyPr wrap="square" lIns="0" rIns="0" tIns="0" bIns="0" anchor="t">
            <a:spAutoFit/>
          </a:bodyPr>
          <a:lstStyle/>
          <a:p>
            <a:pPr algn="l"/>
            <a:r>
              <a:rPr sz="1000">
                <a:solidFill>
                  <a:srgbClr val="9A9894"/>
                </a:solidFill>
                <a:latin typeface="Fragment Mono"/>
              </a:rPr>
              <a:t>RAISE OR LOWER YOUR HAND: VOLUME</a:t>
            </a:r>
          </a:p>
        </p:txBody>
      </p:sp>
      <p:sp>
        <p:nvSpPr>
          <p:cNvPr id="5" name="TextBox 4"/>
          <p:cNvSpPr txBox="1"/>
          <p:nvPr/>
        </p:nvSpPr>
        <p:spPr>
          <a:xfrm>
            <a:off x="822960" y="5074920"/>
            <a:ext cx="4114800" cy="274320"/>
          </a:xfrm>
          <a:prstGeom prst="rect">
            <a:avLst/>
          </a:prstGeom>
          <a:noFill/>
        </p:spPr>
        <p:txBody>
          <a:bodyPr wrap="square" lIns="0" rIns="0" tIns="0" bIns="0" anchor="t">
            <a:spAutoFit/>
          </a:bodyPr>
          <a:lstStyle/>
          <a:p>
            <a:pPr algn="l"/>
            <a:r>
              <a:rPr sz="1000">
                <a:solidFill>
                  <a:srgbClr val="9A9894"/>
                </a:solidFill>
                <a:latin typeface="Fragment Mono"/>
              </a:rPr>
              <a:t>PUSH OVER A SIDE: SWITCH APPS</a:t>
            </a:r>
          </a:p>
        </p:txBody>
      </p:sp>
      <p:cxnSp>
        <p:nvCxnSpPr>
          <p:cNvPr id="6" name="Connector 5"/>
          <p:cNvCxnSpPr/>
          <p:nvPr/>
        </p:nvCxnSpPr>
        <p:spPr>
          <a:xfrm>
            <a:off x="5669280" y="5120640"/>
            <a:ext cx="5120640" cy="0"/>
          </a:xfrm>
          <a:prstGeom prst="line">
            <a:avLst/>
          </a:prstGeom>
          <a:ln w="15875">
            <a:solidFill>
              <a:srgbClr val="55535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789920" y="1737360"/>
            <a:ext cx="640080" cy="3383280"/>
          </a:xfrm>
          <a:prstGeom prst="line">
            <a:avLst/>
          </a:prstGeom>
          <a:ln w="15875">
            <a:solidFill>
              <a:srgbClr val="555350"/>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6693408" y="4974336"/>
            <a:ext cx="146304" cy="146304"/>
          </a:xfrm>
          <a:prstGeom prst="ellipse">
            <a:avLst/>
          </a:prstGeom>
          <a:solidFill>
            <a:srgbClr val="5553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19488" y="4974336"/>
            <a:ext cx="146304" cy="146304"/>
          </a:xfrm>
          <a:prstGeom prst="ellipse">
            <a:avLst/>
          </a:prstGeom>
          <a:solidFill>
            <a:srgbClr val="5553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183880" y="5001768"/>
            <a:ext cx="91440" cy="91440"/>
          </a:xfrm>
          <a:prstGeom prst="ellipse">
            <a:avLst/>
          </a:prstGeom>
          <a:solidFill>
            <a:srgbClr val="F2F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Arc 10"/>
          <p:cNvSpPr/>
          <p:nvPr/>
        </p:nvSpPr>
        <p:spPr>
          <a:xfrm>
            <a:off x="6446520" y="4727448"/>
            <a:ext cx="640080" cy="640080"/>
          </a:xfrm>
          <a:prstGeom prst="arc">
            <a:avLst>
              <a:gd name="adj1" fmla="val 18000000"/>
              <a:gd name="adj2" fmla="val 0"/>
            </a:avLst>
          </a:prstGeom>
          <a:noFill/>
          <a:ln w="9525">
            <a:solidFill>
              <a:srgbClr val="5553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Arc 11"/>
          <p:cNvSpPr/>
          <p:nvPr/>
        </p:nvSpPr>
        <p:spPr>
          <a:xfrm>
            <a:off x="6126480" y="4407408"/>
            <a:ext cx="1280160" cy="1280160"/>
          </a:xfrm>
          <a:prstGeom prst="arc">
            <a:avLst>
              <a:gd name="adj1" fmla="val 18000000"/>
              <a:gd name="adj2" fmla="val 0"/>
            </a:avLst>
          </a:prstGeom>
          <a:noFill/>
          <a:ln w="9525">
            <a:solidFill>
              <a:srgbClr val="5553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Arc 12"/>
          <p:cNvSpPr/>
          <p:nvPr/>
        </p:nvSpPr>
        <p:spPr>
          <a:xfrm>
            <a:off x="5806441" y="4087369"/>
            <a:ext cx="1920238" cy="1920238"/>
          </a:xfrm>
          <a:prstGeom prst="arc">
            <a:avLst>
              <a:gd name="adj1" fmla="val 18000000"/>
              <a:gd name="adj2" fmla="val 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Arc 13"/>
          <p:cNvSpPr/>
          <p:nvPr/>
        </p:nvSpPr>
        <p:spPr>
          <a:xfrm>
            <a:off x="5486400" y="3767328"/>
            <a:ext cx="2560320" cy="2560320"/>
          </a:xfrm>
          <a:prstGeom prst="arc">
            <a:avLst>
              <a:gd name="adj1" fmla="val 18000000"/>
              <a:gd name="adj2" fmla="val 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Arc 14"/>
          <p:cNvSpPr/>
          <p:nvPr/>
        </p:nvSpPr>
        <p:spPr>
          <a:xfrm>
            <a:off x="9372600" y="4727448"/>
            <a:ext cx="640080" cy="640080"/>
          </a:xfrm>
          <a:prstGeom prst="arc">
            <a:avLst>
              <a:gd name="adj1" fmla="val 18000000"/>
              <a:gd name="adj2" fmla="val 0"/>
            </a:avLst>
          </a:prstGeom>
          <a:noFill/>
          <a:ln w="9525">
            <a:solidFill>
              <a:srgbClr val="5553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Arc 15"/>
          <p:cNvSpPr/>
          <p:nvPr/>
        </p:nvSpPr>
        <p:spPr>
          <a:xfrm>
            <a:off x="9052560" y="4407408"/>
            <a:ext cx="1280160" cy="1280160"/>
          </a:xfrm>
          <a:prstGeom prst="arc">
            <a:avLst>
              <a:gd name="adj1" fmla="val 18000000"/>
              <a:gd name="adj2" fmla="val 0"/>
            </a:avLst>
          </a:prstGeom>
          <a:noFill/>
          <a:ln w="9525">
            <a:solidFill>
              <a:srgbClr val="5553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Arc 16"/>
          <p:cNvSpPr/>
          <p:nvPr/>
        </p:nvSpPr>
        <p:spPr>
          <a:xfrm>
            <a:off x="8732521" y="4087369"/>
            <a:ext cx="1920238" cy="1920238"/>
          </a:xfrm>
          <a:prstGeom prst="arc">
            <a:avLst>
              <a:gd name="adj1" fmla="val 18000000"/>
              <a:gd name="adj2" fmla="val 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Arc 17"/>
          <p:cNvSpPr/>
          <p:nvPr/>
        </p:nvSpPr>
        <p:spPr>
          <a:xfrm>
            <a:off x="8412480" y="3767328"/>
            <a:ext cx="2560320" cy="2560320"/>
          </a:xfrm>
          <a:prstGeom prst="arc">
            <a:avLst>
              <a:gd name="adj1" fmla="val 18000000"/>
              <a:gd name="adj2" fmla="val 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772400" y="2788920"/>
            <a:ext cx="1005840" cy="384048"/>
          </a:xfrm>
          <a:prstGeom prst="roundRect">
            <a:avLst>
              <a:gd name="adj" fmla="val 50000"/>
            </a:avLst>
          </a:prstGeom>
          <a:noFill/>
          <a:ln w="12700">
            <a:solidFill>
              <a:srgbClr val="F2F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0" name="Connector 19"/>
          <p:cNvCxnSpPr/>
          <p:nvPr/>
        </p:nvCxnSpPr>
        <p:spPr>
          <a:xfrm flipH="1">
            <a:off x="8229600" y="3200400"/>
            <a:ext cx="45720" cy="1737360"/>
          </a:xfrm>
          <a:prstGeom prst="line">
            <a:avLst/>
          </a:prstGeom>
          <a:ln w="9525">
            <a:solidFill>
              <a:srgbClr val="F2F0EC"/>
            </a:solidFill>
            <a:prstDash val="sysDash"/>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55080" y="5257800"/>
            <a:ext cx="2743200" cy="274320"/>
          </a:xfrm>
          <a:prstGeom prst="rect">
            <a:avLst/>
          </a:prstGeom>
          <a:noFill/>
        </p:spPr>
        <p:txBody>
          <a:bodyPr wrap="square" lIns="0" rIns="0" tIns="0" bIns="0" anchor="t">
            <a:spAutoFit/>
          </a:bodyPr>
          <a:lstStyle/>
          <a:p>
            <a:pPr algn="l"/>
            <a:r>
              <a:rPr sz="1000">
                <a:solidFill>
                  <a:srgbClr val="5E5C59"/>
                </a:solidFill>
                <a:latin typeface="Fragment Mono"/>
              </a:rPr>
              <a:t>SPEAKER</a:t>
            </a:r>
          </a:p>
        </p:txBody>
      </p:sp>
      <p:sp>
        <p:nvSpPr>
          <p:cNvPr id="22" name="TextBox 21"/>
          <p:cNvSpPr txBox="1"/>
          <p:nvPr/>
        </p:nvSpPr>
        <p:spPr>
          <a:xfrm>
            <a:off x="8001000" y="5257800"/>
            <a:ext cx="2743200" cy="274320"/>
          </a:xfrm>
          <a:prstGeom prst="rect">
            <a:avLst/>
          </a:prstGeom>
          <a:noFill/>
        </p:spPr>
        <p:txBody>
          <a:bodyPr wrap="square" lIns="0" rIns="0" tIns="0" bIns="0" anchor="t">
            <a:spAutoFit/>
          </a:bodyPr>
          <a:lstStyle/>
          <a:p>
            <a:pPr algn="l"/>
            <a:r>
              <a:rPr sz="1000">
                <a:solidFill>
                  <a:srgbClr val="9A9894"/>
                </a:solidFill>
                <a:latin typeface="Fragment Mono"/>
              </a:rPr>
              <a:t>MIC</a:t>
            </a:r>
          </a:p>
        </p:txBody>
      </p:sp>
      <p:sp>
        <p:nvSpPr>
          <p:cNvPr id="23" name="TextBox 22"/>
          <p:cNvSpPr txBox="1"/>
          <p:nvPr/>
        </p:nvSpPr>
        <p:spPr>
          <a:xfrm>
            <a:off x="9281160" y="5257800"/>
            <a:ext cx="2743200" cy="274320"/>
          </a:xfrm>
          <a:prstGeom prst="rect">
            <a:avLst/>
          </a:prstGeom>
          <a:noFill/>
        </p:spPr>
        <p:txBody>
          <a:bodyPr wrap="square" lIns="0" rIns="0" tIns="0" bIns="0" anchor="t">
            <a:spAutoFit/>
          </a:bodyPr>
          <a:lstStyle/>
          <a:p>
            <a:pPr algn="l"/>
            <a:r>
              <a:rPr sz="1000">
                <a:solidFill>
                  <a:srgbClr val="5E5C59"/>
                </a:solidFill>
                <a:latin typeface="Fragment Mono"/>
              </a:rPr>
              <a:t>SPEAKER</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30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par>
                                <p:cTn id="8" presetID="10" presetClass="entr" presetSubtype="0" fill="hold" nodeType="withEffect">
                                  <p:stCondLst>
                                    <p:cond delay="50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600"/>
                                        <p:tgtEl>
                                          <p:spTgt spid="12"/>
                                        </p:tgtEl>
                                      </p:cBhvr>
                                    </p:animEffect>
                                  </p:childTnLst>
                                </p:cTn>
                              </p:par>
                              <p:par>
                                <p:cTn id="11" presetID="10" presetClass="entr" presetSubtype="0" fill="hold" nodeType="withEffect">
                                  <p:stCondLst>
                                    <p:cond delay="70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600"/>
                                        <p:tgtEl>
                                          <p:spTgt spid="13"/>
                                        </p:tgtEl>
                                      </p:cBhvr>
                                    </p:animEffect>
                                  </p:childTnLst>
                                </p:cTn>
                              </p:par>
                              <p:par>
                                <p:cTn id="14" presetID="10" presetClass="entr" presetSubtype="0" fill="hold" nodeType="withEffect">
                                  <p:stCondLst>
                                    <p:cond delay="90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600"/>
                                        <p:tgtEl>
                                          <p:spTgt spid="14"/>
                                        </p:tgtEl>
                                      </p:cBhvr>
                                    </p:animEffect>
                                  </p:childTnLst>
                                </p:cTn>
                              </p:par>
                              <p:par>
                                <p:cTn id="17" presetID="10" presetClass="entr" presetSubtype="0" fill="hold" nodeType="withEffect">
                                  <p:stCondLst>
                                    <p:cond delay="30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600"/>
                                        <p:tgtEl>
                                          <p:spTgt spid="15"/>
                                        </p:tgtEl>
                                      </p:cBhvr>
                                    </p:animEffect>
                                  </p:childTnLst>
                                </p:cTn>
                              </p:par>
                              <p:par>
                                <p:cTn id="20" presetID="10" presetClass="entr" presetSubtype="0" fill="hold" nodeType="withEffect">
                                  <p:stCondLst>
                                    <p:cond delay="50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600"/>
                                        <p:tgtEl>
                                          <p:spTgt spid="16"/>
                                        </p:tgtEl>
                                      </p:cBhvr>
                                    </p:animEffect>
                                  </p:childTnLst>
                                </p:cTn>
                              </p:par>
                              <p:par>
                                <p:cTn id="23" presetID="10" presetClass="entr" presetSubtype="0" fill="hold" nodeType="withEffect">
                                  <p:stCondLst>
                                    <p:cond delay="70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600"/>
                                        <p:tgtEl>
                                          <p:spTgt spid="17"/>
                                        </p:tgtEl>
                                      </p:cBhvr>
                                    </p:animEffect>
                                  </p:childTnLst>
                                </p:cTn>
                              </p:par>
                              <p:par>
                                <p:cTn id="26" presetID="10" presetClass="entr" presetSubtype="0" fill="hold" nodeType="withEffect">
                                  <p:stCondLst>
                                    <p:cond delay="90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B0C"/>
        </a:solidFill>
        <a:effectLst/>
      </p:bgPr>
    </p:bg>
    <p:spTree>
      <p:nvGrpSpPr>
        <p:cNvPr id="1" name=""/>
        <p:cNvGrpSpPr/>
        <p:nvPr/>
      </p:nvGrpSpPr>
      <p:grpSpPr/>
      <p:sp>
        <p:nvSpPr>
          <p:cNvPr id="2" name="TextBox 1"/>
          <p:cNvSpPr txBox="1"/>
          <p:nvPr/>
        </p:nvSpPr>
        <p:spPr>
          <a:xfrm>
            <a:off x="822960" y="1280160"/>
            <a:ext cx="4846320" cy="914400"/>
          </a:xfrm>
          <a:prstGeom prst="rect">
            <a:avLst/>
          </a:prstGeom>
          <a:noFill/>
        </p:spPr>
        <p:txBody>
          <a:bodyPr wrap="square" lIns="0" rIns="0" tIns="0" bIns="0" anchor="t">
            <a:spAutoFit/>
          </a:bodyPr>
          <a:lstStyle/>
          <a:p>
            <a:pPr algn="l">
              <a:lnSpc>
                <a:spcPct val="105000"/>
              </a:lnSpc>
            </a:pPr>
            <a:r>
              <a:rPr sz="4000">
                <a:solidFill>
                  <a:srgbClr val="F2F0EC"/>
                </a:solidFill>
                <a:latin typeface="Switzer Extralight"/>
              </a:rPr>
              <a:t>Or use the camera.</a:t>
            </a:r>
          </a:p>
        </p:txBody>
      </p:sp>
      <p:sp>
        <p:nvSpPr>
          <p:cNvPr id="3" name="TextBox 2"/>
          <p:cNvSpPr txBox="1"/>
          <p:nvPr/>
        </p:nvSpPr>
        <p:spPr>
          <a:xfrm>
            <a:off x="822960" y="2194560"/>
            <a:ext cx="4023360" cy="1280160"/>
          </a:xfrm>
          <a:prstGeom prst="rect">
            <a:avLst/>
          </a:prstGeom>
          <a:noFill/>
        </p:spPr>
        <p:txBody>
          <a:bodyPr wrap="square" lIns="0" rIns="0" tIns="0" bIns="0" anchor="t">
            <a:spAutoFit/>
          </a:bodyPr>
          <a:lstStyle/>
          <a:p>
            <a:pPr algn="l">
              <a:lnSpc>
                <a:spcPct val="125000"/>
              </a:lnSpc>
            </a:pPr>
            <a:r>
              <a:rPr sz="1600">
                <a:solidFill>
                  <a:srgbClr val="9A9894"/>
                </a:solidFill>
                <a:latin typeface="Switzer Light"/>
              </a:rPr>
              <a:t>Optional and off by default. Pinch in front of the screen to control things from across the desk.</a:t>
            </a:r>
          </a:p>
        </p:txBody>
      </p:sp>
      <p:cxnSp>
        <p:nvCxnSpPr>
          <p:cNvPr id="4" name="Connector 3"/>
          <p:cNvCxnSpPr/>
          <p:nvPr/>
        </p:nvCxnSpPr>
        <p:spPr>
          <a:xfrm>
            <a:off x="822960" y="3931920"/>
            <a:ext cx="3840480"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4023360"/>
            <a:ext cx="3840480" cy="365760"/>
          </a:xfrm>
          <a:prstGeom prst="rect">
            <a:avLst/>
          </a:prstGeom>
          <a:noFill/>
        </p:spPr>
        <p:txBody>
          <a:bodyPr wrap="square" lIns="0" rIns="0" tIns="0" bIns="0" anchor="t">
            <a:spAutoFit/>
          </a:bodyPr>
          <a:lstStyle/>
          <a:p>
            <a:pPr algn="l"/>
            <a:r>
              <a:rPr sz="1600">
                <a:solidFill>
                  <a:srgbClr val="F2F0EC"/>
                </a:solidFill>
                <a:latin typeface="Switzer Light"/>
              </a:rPr>
              <a:t>Air tap</a:t>
            </a:r>
          </a:p>
        </p:txBody>
      </p:sp>
      <p:cxnSp>
        <p:nvCxnSpPr>
          <p:cNvPr id="6" name="Connector 5"/>
          <p:cNvCxnSpPr/>
          <p:nvPr/>
        </p:nvCxnSpPr>
        <p:spPr>
          <a:xfrm>
            <a:off x="822960" y="4389120"/>
            <a:ext cx="3840480"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480560"/>
            <a:ext cx="3840480" cy="365760"/>
          </a:xfrm>
          <a:prstGeom prst="rect">
            <a:avLst/>
          </a:prstGeom>
          <a:noFill/>
        </p:spPr>
        <p:txBody>
          <a:bodyPr wrap="square" lIns="0" rIns="0" tIns="0" bIns="0" anchor="t">
            <a:spAutoFit/>
          </a:bodyPr>
          <a:lstStyle/>
          <a:p>
            <a:pPr algn="l"/>
            <a:r>
              <a:rPr sz="1600">
                <a:solidFill>
                  <a:srgbClr val="F2F0EC"/>
                </a:solidFill>
                <a:latin typeface="Switzer Light"/>
              </a:rPr>
              <a:t>Pinch and turn, like a dial</a:t>
            </a:r>
          </a:p>
        </p:txBody>
      </p:sp>
      <p:cxnSp>
        <p:nvCxnSpPr>
          <p:cNvPr id="8" name="Connector 7"/>
          <p:cNvCxnSpPr/>
          <p:nvPr/>
        </p:nvCxnSpPr>
        <p:spPr>
          <a:xfrm>
            <a:off x="822960" y="4846320"/>
            <a:ext cx="3840480"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4937760"/>
            <a:ext cx="3840480" cy="365760"/>
          </a:xfrm>
          <a:prstGeom prst="rect">
            <a:avLst/>
          </a:prstGeom>
          <a:noFill/>
        </p:spPr>
        <p:txBody>
          <a:bodyPr wrap="square" lIns="0" rIns="0" tIns="0" bIns="0" anchor="t">
            <a:spAutoFit/>
          </a:bodyPr>
          <a:lstStyle/>
          <a:p>
            <a:pPr algn="l"/>
            <a:r>
              <a:rPr sz="1600">
                <a:solidFill>
                  <a:srgbClr val="F2F0EC"/>
                </a:solidFill>
                <a:latin typeface="Switzer Light"/>
              </a:rPr>
              <a:t>Pinch and drag</a:t>
            </a:r>
          </a:p>
        </p:txBody>
      </p:sp>
      <p:cxnSp>
        <p:nvCxnSpPr>
          <p:cNvPr id="10" name="Connector 9"/>
          <p:cNvCxnSpPr/>
          <p:nvPr/>
        </p:nvCxnSpPr>
        <p:spPr>
          <a:xfrm>
            <a:off x="822960" y="5303520"/>
            <a:ext cx="3840480"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22960" y="5394960"/>
            <a:ext cx="3840480" cy="365760"/>
          </a:xfrm>
          <a:prstGeom prst="rect">
            <a:avLst/>
          </a:prstGeom>
          <a:noFill/>
        </p:spPr>
        <p:txBody>
          <a:bodyPr wrap="square" lIns="0" rIns="0" tIns="0" bIns="0" anchor="t">
            <a:spAutoFit/>
          </a:bodyPr>
          <a:lstStyle/>
          <a:p>
            <a:pPr algn="l"/>
            <a:r>
              <a:rPr sz="1600">
                <a:solidFill>
                  <a:srgbClr val="F2F0EC"/>
                </a:solidFill>
                <a:latin typeface="Switzer Light"/>
              </a:rPr>
              <a:t>Palm swipe</a:t>
            </a:r>
          </a:p>
        </p:txBody>
      </p:sp>
      <p:sp>
        <p:nvSpPr>
          <p:cNvPr id="12" name="TextBox 11"/>
          <p:cNvSpPr txBox="1"/>
          <p:nvPr/>
        </p:nvSpPr>
        <p:spPr>
          <a:xfrm>
            <a:off x="822960" y="5943600"/>
            <a:ext cx="5486400" cy="274320"/>
          </a:xfrm>
          <a:prstGeom prst="rect">
            <a:avLst/>
          </a:prstGeom>
          <a:noFill/>
        </p:spPr>
        <p:txBody>
          <a:bodyPr wrap="square" lIns="0" rIns="0" tIns="0" bIns="0" anchor="t">
            <a:spAutoFit/>
          </a:bodyPr>
          <a:lstStyle/>
          <a:p>
            <a:pPr algn="l"/>
            <a:r>
              <a:rPr sz="1000">
                <a:solidFill>
                  <a:srgbClr val="5E5C59"/>
                </a:solidFill>
                <a:latin typeface="Fragment Mono"/>
              </a:rPr>
              <a:t>PROCESSED ON THE MAC. NO VIDEO IS SAVED OR SENT.</a:t>
            </a:r>
          </a:p>
        </p:txBody>
      </p:sp>
      <p:sp>
        <p:nvSpPr>
          <p:cNvPr id="13" name="Rounded Rectangle 12"/>
          <p:cNvSpPr/>
          <p:nvPr/>
        </p:nvSpPr>
        <p:spPr>
          <a:xfrm>
            <a:off x="5852160" y="1188720"/>
            <a:ext cx="5394960" cy="3383280"/>
          </a:xfrm>
          <a:prstGeom prst="roundRect">
            <a:avLst>
              <a:gd name="adj" fmla="val 4000"/>
            </a:avLst>
          </a:prstGeom>
          <a:noFill/>
          <a:ln w="9525">
            <a:solidFill>
              <a:srgbClr val="55535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035040" y="1417320"/>
            <a:ext cx="5029200" cy="2971800"/>
          </a:xfrm>
          <a:prstGeom prst="roundRect">
            <a:avLst>
              <a:gd name="adj" fmla="val 2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503920" y="1261872"/>
            <a:ext cx="91440" cy="91440"/>
          </a:xfrm>
          <a:prstGeom prst="ellipse">
            <a:avLst/>
          </a:prstGeom>
          <a:solidFill>
            <a:srgbClr val="F2F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5577840" y="4617720"/>
            <a:ext cx="5943600" cy="0"/>
          </a:xfrm>
          <a:prstGeom prst="line">
            <a:avLst/>
          </a:prstGeom>
          <a:ln w="15875">
            <a:solidFill>
              <a:srgbClr val="55535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046720" y="5257800"/>
            <a:ext cx="1005840" cy="384048"/>
          </a:xfrm>
          <a:prstGeom prst="roundRect">
            <a:avLst>
              <a:gd name="adj" fmla="val 50000"/>
            </a:avLst>
          </a:prstGeom>
          <a:noFill/>
          <a:ln w="12700">
            <a:solidFill>
              <a:srgbClr val="F2F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89720" y="5330952"/>
            <a:ext cx="2743200" cy="274320"/>
          </a:xfrm>
          <a:prstGeom prst="rect">
            <a:avLst/>
          </a:prstGeom>
          <a:noFill/>
        </p:spPr>
        <p:txBody>
          <a:bodyPr wrap="square" lIns="0" rIns="0" tIns="0" bIns="0" anchor="t">
            <a:spAutoFit/>
          </a:bodyPr>
          <a:lstStyle/>
          <a:p>
            <a:pPr algn="l"/>
            <a:r>
              <a:rPr sz="1000">
                <a:solidFill>
                  <a:srgbClr val="9A9894"/>
                </a:solidFill>
                <a:latin typeface="Fragment Mono"/>
              </a:rPr>
              <a:t>YOUR HAND, IN FRONT</a:t>
            </a:r>
          </a:p>
        </p:txBody>
      </p:sp>
      <p:sp>
        <p:nvSpPr>
          <p:cNvPr id="19" name="TextBox 18"/>
          <p:cNvSpPr txBox="1"/>
          <p:nvPr/>
        </p:nvSpPr>
        <p:spPr>
          <a:xfrm>
            <a:off x="8686800" y="1463040"/>
            <a:ext cx="2743200" cy="274320"/>
          </a:xfrm>
          <a:prstGeom prst="rect">
            <a:avLst/>
          </a:prstGeom>
          <a:noFill/>
        </p:spPr>
        <p:txBody>
          <a:bodyPr wrap="square" lIns="0" rIns="0" tIns="0" bIns="0" anchor="t">
            <a:spAutoFit/>
          </a:bodyPr>
          <a:lstStyle/>
          <a:p>
            <a:pPr algn="l"/>
            <a:r>
              <a:rPr sz="1000">
                <a:solidFill>
                  <a:srgbClr val="9A9894"/>
                </a:solidFill>
                <a:latin typeface="Fragment Mono"/>
              </a:rPr>
              <a:t>CAMERA</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40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900"/>
                                        <p:tgtEl>
                                          <p:spTgt spid="17"/>
                                        </p:tgtEl>
                                      </p:cBhvr>
                                    </p:animEffect>
                                    <p:anim calcmode="lin" valueType="num">
                                      <p:cBhvr>
                                        <p:cTn id="8" dur="1200" decel="100000" fill="hold"/>
                                        <p:tgtEl>
                                          <p:spTgt spid="1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B0C"/>
        </a:solidFill>
        <a:effectLst/>
      </p:bgPr>
    </p:bg>
    <p:spTree>
      <p:nvGrpSpPr>
        <p:cNvPr id="1" name=""/>
        <p:cNvGrpSpPr/>
        <p:nvPr/>
      </p:nvGrpSpPr>
      <p:grpSpPr/>
      <p:sp>
        <p:nvSpPr>
          <p:cNvPr id="2" name="TextBox 1"/>
          <p:cNvSpPr txBox="1"/>
          <p:nvPr/>
        </p:nvSpPr>
        <p:spPr>
          <a:xfrm>
            <a:off x="822960" y="822960"/>
            <a:ext cx="10515600" cy="914400"/>
          </a:xfrm>
          <a:prstGeom prst="rect">
            <a:avLst/>
          </a:prstGeom>
          <a:noFill/>
        </p:spPr>
        <p:txBody>
          <a:bodyPr wrap="square" lIns="0" rIns="0" tIns="0" bIns="0" anchor="t">
            <a:spAutoFit/>
          </a:bodyPr>
          <a:lstStyle/>
          <a:p>
            <a:pPr algn="l"/>
            <a:r>
              <a:rPr sz="4000">
                <a:solidFill>
                  <a:srgbClr val="F2F0EC"/>
                </a:solidFill>
                <a:latin typeface="Switzer Extralight"/>
              </a:rPr>
              <a:t>It works.</a:t>
            </a:r>
          </a:p>
        </p:txBody>
      </p:sp>
      <p:cxnSp>
        <p:nvCxnSpPr>
          <p:cNvPr id="3" name="Connector 2"/>
          <p:cNvCxnSpPr/>
          <p:nvPr/>
        </p:nvCxnSpPr>
        <p:spPr>
          <a:xfrm>
            <a:off x="822960" y="2560320"/>
            <a:ext cx="3058058"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22960" y="2743200"/>
            <a:ext cx="3515258" cy="1463040"/>
          </a:xfrm>
          <a:prstGeom prst="rect">
            <a:avLst/>
          </a:prstGeom>
          <a:noFill/>
        </p:spPr>
        <p:txBody>
          <a:bodyPr wrap="square" lIns="0" rIns="0" tIns="0" bIns="0" anchor="t">
            <a:spAutoFit/>
          </a:bodyPr>
          <a:lstStyle/>
          <a:p>
            <a:pPr algn="l"/>
            <a:r>
              <a:rPr sz="9600">
                <a:solidFill>
                  <a:srgbClr val="F2F0EC"/>
                </a:solidFill>
                <a:latin typeface="Switzer Extralight"/>
              </a:rPr>
              <a:t>1.4%</a:t>
            </a:r>
          </a:p>
        </p:txBody>
      </p:sp>
      <p:sp>
        <p:nvSpPr>
          <p:cNvPr id="5" name="TextBox 4"/>
          <p:cNvSpPr txBox="1"/>
          <p:nvPr/>
        </p:nvSpPr>
        <p:spPr>
          <a:xfrm>
            <a:off x="822960" y="4297680"/>
            <a:ext cx="3149498" cy="457200"/>
          </a:xfrm>
          <a:prstGeom prst="rect">
            <a:avLst/>
          </a:prstGeom>
          <a:noFill/>
        </p:spPr>
        <p:txBody>
          <a:bodyPr wrap="square" lIns="0" rIns="0" tIns="0" bIns="0" anchor="t">
            <a:spAutoFit/>
          </a:bodyPr>
          <a:lstStyle/>
          <a:p>
            <a:pPr algn="l"/>
            <a:r>
              <a:rPr sz="1800">
                <a:solidFill>
                  <a:srgbClr val="F2F0EC"/>
                </a:solidFill>
                <a:latin typeface="Switzer Light"/>
              </a:rPr>
              <a:t>wrong taps</a:t>
            </a:r>
          </a:p>
        </p:txBody>
      </p:sp>
      <p:sp>
        <p:nvSpPr>
          <p:cNvPr id="6" name="TextBox 5"/>
          <p:cNvSpPr txBox="1"/>
          <p:nvPr/>
        </p:nvSpPr>
        <p:spPr>
          <a:xfrm>
            <a:off x="822960" y="4754880"/>
            <a:ext cx="2743200" cy="274320"/>
          </a:xfrm>
          <a:prstGeom prst="rect">
            <a:avLst/>
          </a:prstGeom>
          <a:noFill/>
        </p:spPr>
        <p:txBody>
          <a:bodyPr wrap="square" lIns="0" rIns="0" tIns="0" bIns="0" anchor="t">
            <a:spAutoFit/>
          </a:bodyPr>
          <a:lstStyle/>
          <a:p>
            <a:pPr algn="l"/>
            <a:r>
              <a:rPr sz="1000">
                <a:solidFill>
                  <a:srgbClr val="5E5C59"/>
                </a:solidFill>
                <a:latin typeface="Fragment Mono"/>
              </a:rPr>
              <a:t>FROM 16.5%</a:t>
            </a:r>
          </a:p>
        </p:txBody>
      </p:sp>
      <p:cxnSp>
        <p:nvCxnSpPr>
          <p:cNvPr id="7" name="Connector 6"/>
          <p:cNvCxnSpPr/>
          <p:nvPr/>
        </p:nvCxnSpPr>
        <p:spPr>
          <a:xfrm>
            <a:off x="4338218" y="2560320"/>
            <a:ext cx="3058058"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338218" y="2743200"/>
            <a:ext cx="3515258" cy="1463040"/>
          </a:xfrm>
          <a:prstGeom prst="rect">
            <a:avLst/>
          </a:prstGeom>
          <a:noFill/>
        </p:spPr>
        <p:txBody>
          <a:bodyPr wrap="square" lIns="0" rIns="0" tIns="0" bIns="0" anchor="t">
            <a:spAutoFit/>
          </a:bodyPr>
          <a:lstStyle/>
          <a:p>
            <a:pPr algn="l"/>
            <a:r>
              <a:rPr sz="9600">
                <a:solidFill>
                  <a:srgbClr val="F2F0EC"/>
                </a:solidFill>
                <a:latin typeface="Switzer Extralight"/>
              </a:rPr>
              <a:t>0</a:t>
            </a:r>
          </a:p>
        </p:txBody>
      </p:sp>
      <p:sp>
        <p:nvSpPr>
          <p:cNvPr id="9" name="TextBox 8"/>
          <p:cNvSpPr txBox="1"/>
          <p:nvPr/>
        </p:nvSpPr>
        <p:spPr>
          <a:xfrm>
            <a:off x="4338218" y="4297680"/>
            <a:ext cx="3149498" cy="457200"/>
          </a:xfrm>
          <a:prstGeom prst="rect">
            <a:avLst/>
          </a:prstGeom>
          <a:noFill/>
        </p:spPr>
        <p:txBody>
          <a:bodyPr wrap="square" lIns="0" rIns="0" tIns="0" bIns="0" anchor="t">
            <a:spAutoFit/>
          </a:bodyPr>
          <a:lstStyle/>
          <a:p>
            <a:pPr algn="l"/>
            <a:r>
              <a:rPr sz="1800">
                <a:solidFill>
                  <a:srgbClr val="F2F0EC"/>
                </a:solidFill>
                <a:latin typeface="Switzer Light"/>
              </a:rPr>
              <a:t>false taps when you move it</a:t>
            </a:r>
          </a:p>
        </p:txBody>
      </p:sp>
      <p:sp>
        <p:nvSpPr>
          <p:cNvPr id="10" name="TextBox 9"/>
          <p:cNvSpPr txBox="1"/>
          <p:nvPr/>
        </p:nvSpPr>
        <p:spPr>
          <a:xfrm>
            <a:off x="4338218" y="4754880"/>
            <a:ext cx="2743200" cy="274320"/>
          </a:xfrm>
          <a:prstGeom prst="rect">
            <a:avLst/>
          </a:prstGeom>
          <a:noFill/>
        </p:spPr>
        <p:txBody>
          <a:bodyPr wrap="square" lIns="0" rIns="0" tIns="0" bIns="0" anchor="t">
            <a:spAutoFit/>
          </a:bodyPr>
          <a:lstStyle/>
          <a:p>
            <a:pPr algn="l"/>
            <a:r>
              <a:rPr sz="1000">
                <a:solidFill>
                  <a:srgbClr val="5E5C59"/>
                </a:solidFill>
                <a:latin typeface="Fragment Mono"/>
              </a:rPr>
              <a:t>FROM 2 A MINUTE</a:t>
            </a:r>
          </a:p>
        </p:txBody>
      </p:sp>
      <p:cxnSp>
        <p:nvCxnSpPr>
          <p:cNvPr id="11" name="Connector 10"/>
          <p:cNvCxnSpPr/>
          <p:nvPr/>
        </p:nvCxnSpPr>
        <p:spPr>
          <a:xfrm>
            <a:off x="7853476" y="2560320"/>
            <a:ext cx="3058058"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853476" y="2743200"/>
            <a:ext cx="3515258" cy="1463040"/>
          </a:xfrm>
          <a:prstGeom prst="rect">
            <a:avLst/>
          </a:prstGeom>
          <a:noFill/>
        </p:spPr>
        <p:txBody>
          <a:bodyPr wrap="square" lIns="0" rIns="0" tIns="0" bIns="0" anchor="t">
            <a:spAutoFit/>
          </a:bodyPr>
          <a:lstStyle/>
          <a:p>
            <a:pPr algn="l"/>
            <a:r>
              <a:rPr sz="9600">
                <a:solidFill>
                  <a:srgbClr val="F2F0EC"/>
                </a:solidFill>
                <a:latin typeface="Switzer Extralight"/>
              </a:rPr>
              <a:t>84%</a:t>
            </a:r>
          </a:p>
        </p:txBody>
      </p:sp>
      <p:sp>
        <p:nvSpPr>
          <p:cNvPr id="13" name="TextBox 12"/>
          <p:cNvSpPr txBox="1"/>
          <p:nvPr/>
        </p:nvSpPr>
        <p:spPr>
          <a:xfrm>
            <a:off x="7853476" y="4297680"/>
            <a:ext cx="3149498" cy="457200"/>
          </a:xfrm>
          <a:prstGeom prst="rect">
            <a:avLst/>
          </a:prstGeom>
          <a:noFill/>
        </p:spPr>
        <p:txBody>
          <a:bodyPr wrap="square" lIns="0" rIns="0" tIns="0" bIns="0" anchor="t">
            <a:spAutoFit/>
          </a:bodyPr>
          <a:lstStyle/>
          <a:p>
            <a:pPr algn="l"/>
            <a:r>
              <a:rPr sz="1800">
                <a:solidFill>
                  <a:srgbClr val="F2F0EC"/>
                </a:solidFill>
                <a:latin typeface="Switzer Light"/>
              </a:rPr>
              <a:t>taps caught on a lap</a:t>
            </a:r>
          </a:p>
        </p:txBody>
      </p:sp>
      <p:sp>
        <p:nvSpPr>
          <p:cNvPr id="14" name="TextBox 13"/>
          <p:cNvSpPr txBox="1"/>
          <p:nvPr/>
        </p:nvSpPr>
        <p:spPr>
          <a:xfrm>
            <a:off x="7853476" y="4754880"/>
            <a:ext cx="2743200" cy="274320"/>
          </a:xfrm>
          <a:prstGeom prst="rect">
            <a:avLst/>
          </a:prstGeom>
          <a:noFill/>
        </p:spPr>
        <p:txBody>
          <a:bodyPr wrap="square" lIns="0" rIns="0" tIns="0" bIns="0" anchor="t">
            <a:spAutoFit/>
          </a:bodyPr>
          <a:lstStyle/>
          <a:p>
            <a:pPr algn="l"/>
            <a:r>
              <a:rPr sz="1000">
                <a:solidFill>
                  <a:srgbClr val="5E5C59"/>
                </a:solidFill>
                <a:latin typeface="Fragment Mono"/>
              </a:rPr>
              <a:t>FROM 0%</a:t>
            </a:r>
          </a:p>
        </p:txBody>
      </p:sp>
      <p:sp>
        <p:nvSpPr>
          <p:cNvPr id="15" name="TextBox 14"/>
          <p:cNvSpPr txBox="1"/>
          <p:nvPr/>
        </p:nvSpPr>
        <p:spPr>
          <a:xfrm>
            <a:off x="822960" y="6126480"/>
            <a:ext cx="10545775" cy="365760"/>
          </a:xfrm>
          <a:prstGeom prst="rect">
            <a:avLst/>
          </a:prstGeom>
          <a:noFill/>
        </p:spPr>
        <p:txBody>
          <a:bodyPr wrap="square" lIns="0" rIns="0" tIns="0" bIns="0" anchor="t">
            <a:spAutoFit/>
          </a:bodyPr>
          <a:lstStyle/>
          <a:p>
            <a:pPr algn="l"/>
            <a:r>
              <a:rPr sz="1300">
                <a:solidFill>
                  <a:srgbClr val="5E5C59"/>
                </a:solidFill>
                <a:latin typeface="Switzer Light"/>
              </a:rPr>
              <a:t>Measured on our own recordings and re-checked independently.</a:t>
            </a:r>
          </a:p>
        </p:txBody>
      </p:sp>
    </p:spTree>
  </p:cSld>
  <p:clrMapOvr>
    <a:masterClrMapping/>
  </p:clrMapOvr>
  <p:transition spd="slow">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B0C"/>
        </a:solidFill>
        <a:effectLst/>
      </p:bgPr>
    </p:bg>
    <p:spTree>
      <p:nvGrpSpPr>
        <p:cNvPr id="1" name=""/>
        <p:cNvGrpSpPr/>
        <p:nvPr/>
      </p:nvGrpSpPr>
      <p:grpSpPr/>
      <p:sp>
        <p:nvSpPr>
          <p:cNvPr id="2" name="TextBox 1"/>
          <p:cNvSpPr txBox="1"/>
          <p:nvPr/>
        </p:nvSpPr>
        <p:spPr>
          <a:xfrm>
            <a:off x="822960" y="822960"/>
            <a:ext cx="10515600" cy="914400"/>
          </a:xfrm>
          <a:prstGeom prst="rect">
            <a:avLst/>
          </a:prstGeom>
          <a:noFill/>
        </p:spPr>
        <p:txBody>
          <a:bodyPr wrap="square" lIns="0" rIns="0" tIns="0" bIns="0" anchor="t">
            <a:spAutoFit/>
          </a:bodyPr>
          <a:lstStyle/>
          <a:p>
            <a:pPr algn="l"/>
            <a:r>
              <a:rPr sz="4000">
                <a:solidFill>
                  <a:srgbClr val="F2F0EC"/>
                </a:solidFill>
                <a:latin typeface="Switzer Extralight"/>
              </a:rPr>
              <a:t>Free to try. Pay once to unlock everything.</a:t>
            </a:r>
          </a:p>
        </p:txBody>
      </p:sp>
      <p:cxnSp>
        <p:nvCxnSpPr>
          <p:cNvPr id="3" name="Connector 2"/>
          <p:cNvCxnSpPr/>
          <p:nvPr/>
        </p:nvCxnSpPr>
        <p:spPr>
          <a:xfrm>
            <a:off x="822960" y="2560320"/>
            <a:ext cx="3058058"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22960" y="2743200"/>
            <a:ext cx="2743200" cy="274320"/>
          </a:xfrm>
          <a:prstGeom prst="rect">
            <a:avLst/>
          </a:prstGeom>
          <a:noFill/>
        </p:spPr>
        <p:txBody>
          <a:bodyPr wrap="square" lIns="0" rIns="0" tIns="0" bIns="0" anchor="t">
            <a:spAutoFit/>
          </a:bodyPr>
          <a:lstStyle/>
          <a:p>
            <a:pPr algn="l"/>
            <a:r>
              <a:rPr sz="1000">
                <a:solidFill>
                  <a:srgbClr val="9A9894"/>
                </a:solidFill>
                <a:latin typeface="Fragment Mono"/>
              </a:rPr>
              <a:t>FREE</a:t>
            </a:r>
          </a:p>
        </p:txBody>
      </p:sp>
      <p:sp>
        <p:nvSpPr>
          <p:cNvPr id="5" name="TextBox 4"/>
          <p:cNvSpPr txBox="1"/>
          <p:nvPr/>
        </p:nvSpPr>
        <p:spPr>
          <a:xfrm>
            <a:off x="822960" y="3063240"/>
            <a:ext cx="3515258" cy="1463040"/>
          </a:xfrm>
          <a:prstGeom prst="rect">
            <a:avLst/>
          </a:prstGeom>
          <a:noFill/>
        </p:spPr>
        <p:txBody>
          <a:bodyPr wrap="square" lIns="0" rIns="0" tIns="0" bIns="0" anchor="t">
            <a:spAutoFit/>
          </a:bodyPr>
          <a:lstStyle/>
          <a:p>
            <a:pPr algn="l"/>
            <a:r>
              <a:rPr sz="9600">
                <a:solidFill>
                  <a:srgbClr val="F2F0EC"/>
                </a:solidFill>
                <a:latin typeface="Switzer Extralight"/>
              </a:rPr>
              <a:t>$0</a:t>
            </a:r>
          </a:p>
        </p:txBody>
      </p:sp>
      <p:sp>
        <p:nvSpPr>
          <p:cNvPr id="6" name="TextBox 5"/>
          <p:cNvSpPr txBox="1"/>
          <p:nvPr/>
        </p:nvSpPr>
        <p:spPr>
          <a:xfrm>
            <a:off x="822960" y="4572000"/>
            <a:ext cx="3149498" cy="457200"/>
          </a:xfrm>
          <a:prstGeom prst="rect">
            <a:avLst/>
          </a:prstGeom>
          <a:noFill/>
        </p:spPr>
        <p:txBody>
          <a:bodyPr wrap="square" lIns="0" rIns="0" tIns="0" bIns="0" anchor="t">
            <a:spAutoFit/>
          </a:bodyPr>
          <a:lstStyle/>
          <a:p>
            <a:pPr algn="l"/>
            <a:r>
              <a:rPr sz="1800">
                <a:solidFill>
                  <a:srgbClr val="9A9894"/>
                </a:solidFill>
                <a:latin typeface="Switzer Light"/>
              </a:rPr>
              <a:t>two palm buttons</a:t>
            </a:r>
          </a:p>
        </p:txBody>
      </p:sp>
      <p:cxnSp>
        <p:nvCxnSpPr>
          <p:cNvPr id="7" name="Connector 6"/>
          <p:cNvCxnSpPr/>
          <p:nvPr/>
        </p:nvCxnSpPr>
        <p:spPr>
          <a:xfrm>
            <a:off x="4338218" y="2560320"/>
            <a:ext cx="3058058" cy="0"/>
          </a:xfrm>
          <a:prstGeom prst="line">
            <a:avLst/>
          </a:prstGeom>
          <a:ln w="12700">
            <a:solidFill>
              <a:srgbClr val="F2F0E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338218" y="2743200"/>
            <a:ext cx="2743200" cy="274320"/>
          </a:xfrm>
          <a:prstGeom prst="rect">
            <a:avLst/>
          </a:prstGeom>
          <a:noFill/>
        </p:spPr>
        <p:txBody>
          <a:bodyPr wrap="square" lIns="0" rIns="0" tIns="0" bIns="0" anchor="t">
            <a:spAutoFit/>
          </a:bodyPr>
          <a:lstStyle/>
          <a:p>
            <a:pPr algn="l"/>
            <a:r>
              <a:rPr sz="1000">
                <a:solidFill>
                  <a:srgbClr val="9A9894"/>
                </a:solidFill>
                <a:latin typeface="Fragment Mono"/>
              </a:rPr>
              <a:t>PRO</a:t>
            </a:r>
          </a:p>
        </p:txBody>
      </p:sp>
      <p:sp>
        <p:nvSpPr>
          <p:cNvPr id="9" name="TextBox 8"/>
          <p:cNvSpPr txBox="1"/>
          <p:nvPr/>
        </p:nvSpPr>
        <p:spPr>
          <a:xfrm>
            <a:off x="4338218" y="3063240"/>
            <a:ext cx="3515258" cy="1463040"/>
          </a:xfrm>
          <a:prstGeom prst="rect">
            <a:avLst/>
          </a:prstGeom>
          <a:noFill/>
        </p:spPr>
        <p:txBody>
          <a:bodyPr wrap="square" lIns="0" rIns="0" tIns="0" bIns="0" anchor="t">
            <a:spAutoFit/>
          </a:bodyPr>
          <a:lstStyle/>
          <a:p>
            <a:pPr algn="l"/>
            <a:r>
              <a:rPr sz="9600">
                <a:solidFill>
                  <a:srgbClr val="F2F0EC"/>
                </a:solidFill>
                <a:latin typeface="Switzer Extralight"/>
              </a:rPr>
              <a:t>$29</a:t>
            </a:r>
          </a:p>
        </p:txBody>
      </p:sp>
      <p:sp>
        <p:nvSpPr>
          <p:cNvPr id="10" name="TextBox 9"/>
          <p:cNvSpPr txBox="1"/>
          <p:nvPr/>
        </p:nvSpPr>
        <p:spPr>
          <a:xfrm>
            <a:off x="4338218" y="4572000"/>
            <a:ext cx="3149498" cy="457200"/>
          </a:xfrm>
          <a:prstGeom prst="rect">
            <a:avLst/>
          </a:prstGeom>
          <a:noFill/>
        </p:spPr>
        <p:txBody>
          <a:bodyPr wrap="square" lIns="0" rIns="0" tIns="0" bIns="0" anchor="t">
            <a:spAutoFit/>
          </a:bodyPr>
          <a:lstStyle/>
          <a:p>
            <a:pPr algn="l"/>
            <a:r>
              <a:rPr sz="1800">
                <a:solidFill>
                  <a:srgbClr val="9A9894"/>
                </a:solidFill>
                <a:latin typeface="Switzer Light"/>
              </a:rPr>
              <a:t>once, everything</a:t>
            </a:r>
          </a:p>
        </p:txBody>
      </p:sp>
      <p:cxnSp>
        <p:nvCxnSpPr>
          <p:cNvPr id="11" name="Connector 10"/>
          <p:cNvCxnSpPr/>
          <p:nvPr/>
        </p:nvCxnSpPr>
        <p:spPr>
          <a:xfrm>
            <a:off x="7853476" y="2560320"/>
            <a:ext cx="3058058"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853476" y="2743200"/>
            <a:ext cx="2743200" cy="274320"/>
          </a:xfrm>
          <a:prstGeom prst="rect">
            <a:avLst/>
          </a:prstGeom>
          <a:noFill/>
        </p:spPr>
        <p:txBody>
          <a:bodyPr wrap="square" lIns="0" rIns="0" tIns="0" bIns="0" anchor="t">
            <a:spAutoFit/>
          </a:bodyPr>
          <a:lstStyle/>
          <a:p>
            <a:pPr algn="l"/>
            <a:r>
              <a:rPr sz="1000">
                <a:solidFill>
                  <a:srgbClr val="9A9894"/>
                </a:solidFill>
                <a:latin typeface="Fragment Mono"/>
              </a:rPr>
              <a:t>TEAMS</a:t>
            </a:r>
          </a:p>
        </p:txBody>
      </p:sp>
      <p:sp>
        <p:nvSpPr>
          <p:cNvPr id="13" name="TextBox 12"/>
          <p:cNvSpPr txBox="1"/>
          <p:nvPr/>
        </p:nvSpPr>
        <p:spPr>
          <a:xfrm>
            <a:off x="7853476" y="3063240"/>
            <a:ext cx="3515258" cy="1463040"/>
          </a:xfrm>
          <a:prstGeom prst="rect">
            <a:avLst/>
          </a:prstGeom>
          <a:noFill/>
        </p:spPr>
        <p:txBody>
          <a:bodyPr wrap="square" lIns="0" rIns="0" tIns="0" bIns="0" anchor="t">
            <a:spAutoFit/>
          </a:bodyPr>
          <a:lstStyle/>
          <a:p>
            <a:pPr algn="l"/>
            <a:r>
              <a:rPr sz="9600">
                <a:solidFill>
                  <a:srgbClr val="F2F0EC"/>
                </a:solidFill>
                <a:latin typeface="Switzer Extralight"/>
              </a:rPr>
              <a:t>$49</a:t>
            </a:r>
          </a:p>
        </p:txBody>
      </p:sp>
      <p:sp>
        <p:nvSpPr>
          <p:cNvPr id="14" name="TextBox 13"/>
          <p:cNvSpPr txBox="1"/>
          <p:nvPr/>
        </p:nvSpPr>
        <p:spPr>
          <a:xfrm>
            <a:off x="7853476" y="4572000"/>
            <a:ext cx="3149498" cy="457200"/>
          </a:xfrm>
          <a:prstGeom prst="rect">
            <a:avLst/>
          </a:prstGeom>
          <a:noFill/>
        </p:spPr>
        <p:txBody>
          <a:bodyPr wrap="square" lIns="0" rIns="0" tIns="0" bIns="0" anchor="t">
            <a:spAutoFit/>
          </a:bodyPr>
          <a:lstStyle/>
          <a:p>
            <a:pPr algn="l"/>
            <a:r>
              <a:rPr sz="1800">
                <a:solidFill>
                  <a:srgbClr val="9A9894"/>
                </a:solidFill>
                <a:latin typeface="Switzer Light"/>
              </a:rPr>
              <a:t>per seat, per year</a:t>
            </a:r>
          </a:p>
        </p:txBody>
      </p:sp>
      <p:sp>
        <p:nvSpPr>
          <p:cNvPr id="15" name="TextBox 14"/>
          <p:cNvSpPr txBox="1"/>
          <p:nvPr/>
        </p:nvSpPr>
        <p:spPr>
          <a:xfrm>
            <a:off x="822960" y="6126480"/>
            <a:ext cx="10545775" cy="365760"/>
          </a:xfrm>
          <a:prstGeom prst="rect">
            <a:avLst/>
          </a:prstGeom>
          <a:noFill/>
        </p:spPr>
        <p:txBody>
          <a:bodyPr wrap="square" lIns="0" rIns="0" tIns="0" bIns="0" anchor="t">
            <a:spAutoFit/>
          </a:bodyPr>
          <a:lstStyle/>
          <a:p>
            <a:pPr algn="l"/>
            <a:r>
              <a:rPr sz="1300">
                <a:solidFill>
                  <a:srgbClr val="5E5C59"/>
                </a:solidFill>
                <a:latin typeface="Switzer Light"/>
              </a:rPr>
              <a:t>Every Apple silicon MacBook already has the sensor. Free during the beta.</a:t>
            </a:r>
          </a:p>
        </p:txBody>
      </p:sp>
    </p:spTree>
  </p:cSld>
  <p:clrMapOvr>
    <a:masterClrMapping/>
  </p:clrMapOvr>
  <p:transition spd="slow">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B0C"/>
        </a:solidFill>
        <a:effectLst/>
      </p:bgPr>
    </p:bg>
    <p:spTree>
      <p:nvGrpSpPr>
        <p:cNvPr id="1" name=""/>
        <p:cNvGrpSpPr/>
        <p:nvPr/>
      </p:nvGrpSpPr>
      <p:grpSpPr/>
      <p:pic>
        <p:nvPicPr>
          <p:cNvPr id="2" name="Picture 1" descr="grille-dark.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B0B0C">
              <a:alpha val="4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480560"/>
            <a:ext cx="10545775" cy="1097280"/>
          </a:xfrm>
          <a:prstGeom prst="rect">
            <a:avLst/>
          </a:prstGeom>
          <a:noFill/>
        </p:spPr>
        <p:txBody>
          <a:bodyPr wrap="square" lIns="0" rIns="0" tIns="0" bIns="0" anchor="t">
            <a:spAutoFit/>
          </a:bodyPr>
          <a:lstStyle/>
          <a:p>
            <a:pPr algn="l"/>
            <a:r>
              <a:rPr sz="4600">
                <a:solidFill>
                  <a:srgbClr val="F2F0EC"/>
                </a:solidFill>
                <a:latin typeface="Switzer Extralight"/>
              </a:rPr>
              <a:t>Try it on the laptop in front of you.</a:t>
            </a:r>
          </a:p>
        </p:txBody>
      </p:sp>
      <p:sp>
        <p:nvSpPr>
          <p:cNvPr id="5" name="TextBox 4"/>
          <p:cNvSpPr txBox="1"/>
          <p:nvPr/>
        </p:nvSpPr>
        <p:spPr>
          <a:xfrm>
            <a:off x="822960" y="5486400"/>
            <a:ext cx="10545775" cy="365760"/>
          </a:xfrm>
          <a:prstGeom prst="rect">
            <a:avLst/>
          </a:prstGeom>
          <a:noFill/>
        </p:spPr>
        <p:txBody>
          <a:bodyPr wrap="square" lIns="0" rIns="0" tIns="0" bIns="0" anchor="t">
            <a:spAutoFit/>
          </a:bodyPr>
          <a:lstStyle/>
          <a:p>
            <a:pPr algn="l"/>
            <a:r>
              <a:rPr sz="1300">
                <a:solidFill>
                  <a:srgbClr val="9A9894"/>
                </a:solidFill>
                <a:latin typeface="Fragment Mono"/>
              </a:rPr>
              <a:t>ghostkeys-nine.vercel.app        github.com/Soham109/ghostkeys</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3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2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